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327" r:id="rId3"/>
    <p:sldId id="274" r:id="rId4"/>
    <p:sldId id="258" r:id="rId5"/>
    <p:sldId id="259" r:id="rId6"/>
    <p:sldId id="261" r:id="rId7"/>
    <p:sldId id="275" r:id="rId8"/>
    <p:sldId id="325" r:id="rId9"/>
    <p:sldId id="263" r:id="rId10"/>
    <p:sldId id="262" r:id="rId11"/>
    <p:sldId id="267" r:id="rId12"/>
    <p:sldId id="264" r:id="rId13"/>
    <p:sldId id="285" r:id="rId14"/>
    <p:sldId id="284" r:id="rId15"/>
    <p:sldId id="260" r:id="rId16"/>
    <p:sldId id="278" r:id="rId17"/>
    <p:sldId id="277" r:id="rId18"/>
    <p:sldId id="279" r:id="rId19"/>
    <p:sldId id="280" r:id="rId20"/>
    <p:sldId id="281" r:id="rId21"/>
    <p:sldId id="286" r:id="rId22"/>
    <p:sldId id="326" r:id="rId23"/>
    <p:sldId id="338" r:id="rId24"/>
    <p:sldId id="336" r:id="rId25"/>
    <p:sldId id="337" r:id="rId26"/>
    <p:sldId id="330" r:id="rId27"/>
    <p:sldId id="307" r:id="rId28"/>
    <p:sldId id="332" r:id="rId29"/>
    <p:sldId id="333" r:id="rId30"/>
    <p:sldId id="334" r:id="rId31"/>
    <p:sldId id="335" r:id="rId32"/>
    <p:sldId id="329" r:id="rId33"/>
    <p:sldId id="287" r:id="rId34"/>
    <p:sldId id="293" r:id="rId35"/>
    <p:sldId id="294" r:id="rId36"/>
    <p:sldId id="295" r:id="rId37"/>
    <p:sldId id="296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327"/>
            <p14:sldId id="274"/>
            <p14:sldId id="258"/>
            <p14:sldId id="259"/>
            <p14:sldId id="261"/>
            <p14:sldId id="275"/>
            <p14:sldId id="325"/>
            <p14:sldId id="263"/>
            <p14:sldId id="262"/>
            <p14:sldId id="267"/>
            <p14:sldId id="264"/>
            <p14:sldId id="285"/>
            <p14:sldId id="284"/>
            <p14:sldId id="260"/>
            <p14:sldId id="278"/>
            <p14:sldId id="277"/>
            <p14:sldId id="279"/>
            <p14:sldId id="280"/>
            <p14:sldId id="281"/>
            <p14:sldId id="286"/>
            <p14:sldId id="326"/>
            <p14:sldId id="338"/>
            <p14:sldId id="336"/>
            <p14:sldId id="337"/>
            <p14:sldId id="330"/>
            <p14:sldId id="307"/>
            <p14:sldId id="332"/>
            <p14:sldId id="333"/>
            <p14:sldId id="334"/>
            <p14:sldId id="335"/>
            <p14:sldId id="329"/>
            <p14:sldId id="287"/>
            <p14:sldId id="293"/>
            <p14:sldId id="294"/>
            <p14:sldId id="295"/>
            <p14:sldId id="296"/>
            <p14:sldId id="298"/>
            <p14:sldId id="301"/>
            <p14:sldId id="302"/>
            <p14:sldId id="303"/>
            <p14:sldId id="299"/>
            <p14:sldId id="300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11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75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818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777F-8110-B941-281F-CFEA3895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D2EAD-C99F-5A82-76BE-D5287F9B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F7901-983D-5261-4F20-8FBFCF592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3F75-4811-A13E-C814-1F86FAF70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7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45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2.xml"/><Relationship Id="rId4" Type="http://schemas.openxmlformats.org/officeDocument/2006/relationships/slide" Target="slide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3" Type="http://schemas.openxmlformats.org/officeDocument/2006/relationships/slide" Target="slide9.xml"/><Relationship Id="rId7" Type="http://schemas.openxmlformats.org/officeDocument/2006/relationships/slide" Target="slide1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2.xml"/><Relationship Id="rId5" Type="http://schemas.openxmlformats.org/officeDocument/2006/relationships/slide" Target="slide11.xml"/><Relationship Id="rId4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slide" Target="sl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slide" Target="slide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slide" Target="slid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slide" Target="slide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4.xml"/><Relationship Id="rId7" Type="http://schemas.openxmlformats.org/officeDocument/2006/relationships/slide" Target="slide29.xml"/><Relationship Id="rId2" Type="http://schemas.openxmlformats.org/officeDocument/2006/relationships/slide" Target="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slide" Target="slide27.xml"/><Relationship Id="rId4" Type="http://schemas.openxmlformats.org/officeDocument/2006/relationships/slide" Target="slide25.xml"/><Relationship Id="rId9" Type="http://schemas.openxmlformats.org/officeDocument/2006/relationships/slide" Target="slide3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slide" Target="slide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slide" Target="slide2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7621" y="1214438"/>
            <a:ext cx="10956758" cy="2387600"/>
          </a:xfrm>
        </p:spPr>
        <p:txBody>
          <a:bodyPr>
            <a:normAutofit fontScale="90000"/>
          </a:bodyPr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D2C35-E293-4E99-479C-AE9A34A8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53B9-DD61-BAD9-9879-CAC09A2F4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Cơ sở lý thuyết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Kết quả triển khai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98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Left 2">
            <a:hlinkClick r:id="rId2" action="ppaction://hlinksldjump"/>
            <a:extLst>
              <a:ext uri="{FF2B5EF4-FFF2-40B4-BE49-F238E27FC236}">
                <a16:creationId xmlns:a16="http://schemas.microsoft.com/office/drawing/2014/main" id="{496A74F1-7C82-6ACE-D55B-3A3C4235408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81670" y="2633472"/>
            <a:ext cx="9825612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630936" y="639520"/>
            <a:ext cx="3429000" cy="1719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59B3-8C0A-7A66-B2C3-448998BB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860853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tạp, có hàng tỉ tham số, dựa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1355861"/>
            <a:ext cx="6903720" cy="41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Hệ thống RAG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122" y="2633472"/>
            <a:ext cx="7066707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Left 2">
            <a:hlinkClick r:id="rId2" action="ppaction://hlinksldjump"/>
            <a:extLst>
              <a:ext uri="{FF2B5EF4-FFF2-40B4-BE49-F238E27FC236}">
                <a16:creationId xmlns:a16="http://schemas.microsoft.com/office/drawing/2014/main" id="{8FB8E38C-30A8-1E2D-3826-444AA781DCCD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Phát biểu và phân tích bài toán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 triển khai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Hệ thống RAG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Quy trình thu thập và tiền xử lý dữ liệu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Mô hình embedding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LLM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5641527" cy="1481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185E23-891A-7431-5F67-01B4A2C5ADB3}"/>
              </a:ext>
            </a:extLst>
          </p:cNvPr>
          <p:cNvSpPr txBox="1">
            <a:spLocks/>
          </p:cNvSpPr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Nhu cầu cá nhân hóa và tự động hóa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trong giáo dục ngày càng cao.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Môn Lịch sử thường bị xem là khô khan =&gt; công cụ thông minh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giúp nâng cao hứng thú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dùng.</a:t>
            </a:r>
          </a:p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Sự phát triển của công nghệ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giúp hiện thực hóa bài toán này trở nên khả thi.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B38716-E23F-EBFD-4084-EB3D96FF7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099048" y="2350853"/>
            <a:ext cx="5458968" cy="2156293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FC909388-5591-94B6-0B83-38068BC84BC3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28" y="1080321"/>
            <a:ext cx="8759344" cy="5375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83912C4B-C0DF-F02F-C353-2A212CF2030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77585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E0AE6337-E5B7-965B-D867-671ABE0A37BE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716475" cy="1719072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EBF7C-2AFF-055E-A7AE-F4ED5B9E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570812"/>
          </a:xfrm>
        </p:spPr>
        <p:txBody>
          <a:bodyPr anchor="t">
            <a:no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JSON.</a:t>
            </a:r>
          </a:p>
          <a:p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Tại sao là JSON?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Dễ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tổ chức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mở rộng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Thân thiện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với các hệ thống lưu trữ, các mô hình NLP và pipeline xử lý.</a:t>
            </a:r>
          </a:p>
        </p:txBody>
      </p:sp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065514"/>
            <a:ext cx="6903720" cy="2726971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D45A630F-90BF-FC11-EAF8-69A8231B70F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DFC9D-F429-9A48-3418-2153B501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410712"/>
          </a:xfrm>
        </p:spPr>
        <p:txBody>
          <a:bodyPr anchor="t">
            <a:norm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vượt trội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so với các loại tài liệu còn lại.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8925CF37-1AF6-AFA7-17DD-316154BC2678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D216DE-B5AF-62D6-A192-20976C329C99}"/>
              </a:ext>
            </a:extLst>
          </p:cNvPr>
          <p:cNvSpPr txBox="1">
            <a:spLocks/>
          </p:cNvSpPr>
          <p:nvPr/>
        </p:nvSpPr>
        <p:spPr>
          <a:xfrm>
            <a:off x="630935" y="2807208"/>
            <a:ext cx="4141957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l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ỗi chinh tả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ký tự đặc biệt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trùng lặp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không liên quan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pPr marL="0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=&gt; Bộ dữ liệu đã được chuẩn hóa.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905973"/>
            <a:ext cx="6903720" cy="3046054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1AC9F1C-B817-2F6F-7342-C759E7E42FC6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AD59D30A-30B7-D721-FFA1-4D32311D5EA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30936" y="2807208"/>
            <a:ext cx="4564882" cy="341071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5195818" y="640080"/>
            <a:ext cx="5820676" cy="5577840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0FD9223F-E68A-F899-72CE-B23A70B19C08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1EBD0935-787D-9754-4471-C07AA5CFB81F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679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E5C557DB-64A0-E500-9A59-EAFE4D490F3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chức năng của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text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realtime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quá trình sinh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cài đặt tùy chọn luồng chat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đánh giá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khởi tạo luồng chat mới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các chức năng xác thực người dùng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3C811-A33A-6C94-B74F-00C560B97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BB76B0-D2B6-ECBB-743E-8C82D8B84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hệ thống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FE9A8E53-2FC6-3B66-5420-F806FD03D751}"/>
              </a:ext>
            </a:extLst>
          </p:cNvPr>
          <p:cNvSpPr txBox="1">
            <a:spLocks/>
          </p:cNvSpPr>
          <p:nvPr/>
        </p:nvSpPr>
        <p:spPr>
          <a:xfrm>
            <a:off x="838200" y="1911096"/>
            <a:ext cx="4420278" cy="4251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481ADDE5-9938-936D-34C6-1BB46C09958B}"/>
              </a:ext>
            </a:extLst>
          </p:cNvPr>
          <p:cNvSpPr txBox="1">
            <a:spLocks/>
          </p:cNvSpPr>
          <p:nvPr/>
        </p:nvSpPr>
        <p:spPr>
          <a:xfrm>
            <a:off x="6933524" y="1911096"/>
            <a:ext cx="4589440" cy="42885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sp>
        <p:nvSpPr>
          <p:cNvPr id="7" name="Arrow: Left 6">
            <a:hlinkClick r:id="rId2" action="ppaction://hlinksldjump"/>
            <a:extLst>
              <a:ext uri="{FF2B5EF4-FFF2-40B4-BE49-F238E27FC236}">
                <a16:creationId xmlns:a16="http://schemas.microsoft.com/office/drawing/2014/main" id="{8817D130-9821-F187-F5C9-3FE0EA08FD6E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250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E9A64-FB2D-BEFE-077E-3BED199E0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06C5A30-CCCE-3C75-32B6-92675444B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1A7264-4F40-C0FA-007E-D2027113B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text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E2A2DFD3-3F00-F808-7B23-51619F4076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B214F4C3-A7AD-1CFC-DD1A-8BF8AB122693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4101485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AD245DBA-2BB1-8C1A-FB1B-AB195F9B8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214" y="2304703"/>
            <a:ext cx="6953001" cy="2248593"/>
          </a:xfrm>
          <a:prstGeom prst="rect">
            <a:avLst/>
          </a:prstGeom>
        </p:spPr>
      </p:pic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20C46C58-9068-CE2A-2009-13B04269FE7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724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A48DB-73F0-BEB8-6CDE-72CF0F7CA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41CDEB-3A7D-D34A-251E-5DBF87D5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519" y="640823"/>
            <a:ext cx="3732273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56B4BA3-9F94-27B9-27CD-3ACDFC039F09}"/>
              </a:ext>
            </a:extLst>
          </p:cNvPr>
          <p:cNvSpPr txBox="1">
            <a:spLocks/>
          </p:cNvSpPr>
          <p:nvPr/>
        </p:nvSpPr>
        <p:spPr>
          <a:xfrm>
            <a:off x="4517039" y="0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7" name="Picture 6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BD4FCCC7-70F6-73E9-D00F-2FCFBF7AC1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1876" y="771805"/>
            <a:ext cx="5312231" cy="27806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E9D03C-B860-97F2-BA09-77238A298D16}"/>
              </a:ext>
            </a:extLst>
          </p:cNvPr>
          <p:cNvSpPr txBox="1"/>
          <p:nvPr/>
        </p:nvSpPr>
        <p:spPr>
          <a:xfrm>
            <a:off x="4426003" y="4288144"/>
            <a:ext cx="32678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501011-121A-01B0-96DF-FC0979AFF829}"/>
              </a:ext>
            </a:extLst>
          </p:cNvPr>
          <p:cNvSpPr txBox="1"/>
          <p:nvPr/>
        </p:nvSpPr>
        <p:spPr>
          <a:xfrm>
            <a:off x="8679155" y="4288144"/>
            <a:ext cx="33085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D80FE-60C7-3AD0-643F-B1FE72E3C9AE}"/>
              </a:ext>
            </a:extLst>
          </p:cNvPr>
          <p:cNvSpPr txBox="1"/>
          <p:nvPr/>
        </p:nvSpPr>
        <p:spPr>
          <a:xfrm>
            <a:off x="6713958" y="5383748"/>
            <a:ext cx="31456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50ADF19-54A7-BFE2-3279-58D722D78D69}"/>
              </a:ext>
            </a:extLst>
          </p:cNvPr>
          <p:cNvSpPr/>
          <p:nvPr/>
        </p:nvSpPr>
        <p:spPr>
          <a:xfrm rot="3036874">
            <a:off x="7076560" y="3585586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DAEDC472-C404-F889-A035-4EF9831F7EEC}"/>
              </a:ext>
            </a:extLst>
          </p:cNvPr>
          <p:cNvSpPr/>
          <p:nvPr/>
        </p:nvSpPr>
        <p:spPr>
          <a:xfrm rot="18563126" flipH="1">
            <a:off x="9120017" y="3585587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BF7F30-9708-CA1C-036B-509CE8BB1328}"/>
              </a:ext>
            </a:extLst>
          </p:cNvPr>
          <p:cNvSpPr/>
          <p:nvPr/>
        </p:nvSpPr>
        <p:spPr>
          <a:xfrm flipH="1">
            <a:off x="8161116" y="3623837"/>
            <a:ext cx="313746" cy="1718840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rrow: Left 2">
            <a:hlinkClick r:id="rId3" action="ppaction://hlinksldjump"/>
            <a:extLst>
              <a:ext uri="{FF2B5EF4-FFF2-40B4-BE49-F238E27FC236}">
                <a16:creationId xmlns:a16="http://schemas.microsoft.com/office/drawing/2014/main" id="{29CA6CC5-8AA1-79AD-010D-161D6483CEB2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92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E660A-C06A-4C74-DCCD-9641E58D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2F4BDC-EB35-6936-78E8-688E2D122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2F546C70-3588-F313-31FA-BF05F8CF6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43026"/>
            <a:ext cx="6894576" cy="3042020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3703FD5-2AED-8E85-37DC-4E61F5126090}"/>
              </a:ext>
            </a:extLst>
          </p:cNvPr>
          <p:cNvSpPr txBox="1">
            <a:spLocks/>
          </p:cNvSpPr>
          <p:nvPr/>
        </p:nvSpPr>
        <p:spPr>
          <a:xfrm>
            <a:off x="4654296" y="3185046"/>
            <a:ext cx="6894576" cy="30420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truy vấn âm thanh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văn bản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 âm thanh.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và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58BC8C9-C26F-F568-33E2-1D8716601913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0B9925DB-27DD-ABF2-D378-BF7ABA463631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01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638882" y="2344393"/>
            <a:ext cx="3571810" cy="1868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quá trình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845075"/>
            <a:ext cx="7214616" cy="5140417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3EAB1563-27A6-4136-7842-8BE2276C04E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71B12-AF81-B9D8-41D9-AC980380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A6890AE-14EA-2C7F-738C-25D02E84C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cài đặt tùy chọn luồng chat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A40F4881-1D75-EE09-3B72-2FC191F4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738" y="1246702"/>
            <a:ext cx="6894576" cy="1292732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0731F7-690D-AD01-FBE3-C5C94E5B85AC}"/>
              </a:ext>
            </a:extLst>
          </p:cNvPr>
          <p:cNvSpPr txBox="1">
            <a:spLocks/>
          </p:cNvSpPr>
          <p:nvPr/>
        </p:nvSpPr>
        <p:spPr>
          <a:xfrm>
            <a:off x="4781550" y="3426126"/>
            <a:ext cx="6894576" cy="21005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3D67BBDC-BB1B-D979-8D48-A1B32BE98A6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725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64A1B9-06D9-9787-9381-D0ADB180D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09491-7535-8D83-8758-EA40D21F0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đánh giá phản hồi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BB91C8-A9E0-5A45-3235-1E677ED0B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165459"/>
            <a:ext cx="6894576" cy="844586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66D5DF18-F575-1597-7CC7-EB939AC7AF2A}"/>
              </a:ext>
            </a:extLst>
          </p:cNvPr>
          <p:cNvSpPr txBox="1">
            <a:spLocks/>
          </p:cNvSpPr>
          <p:nvPr/>
        </p:nvSpPr>
        <p:spPr>
          <a:xfrm>
            <a:off x="4654296" y="4798577"/>
            <a:ext cx="6894576" cy="142848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cho một 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561156AF-2BCF-04B6-09AF-25AC98E1551A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850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BE25FD-46CD-8F8D-367C-1C7DFE948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AD9121-073B-1BB8-1ABA-E885AB35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 tạo luồng chat mới</a:t>
            </a:r>
          </a:p>
        </p:txBody>
      </p:sp>
      <p:sp>
        <p:nvSpPr>
          <p:cNvPr id="52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DEBF974F-BD36-A3F1-8443-AFC534A3B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6488" y="214400"/>
            <a:ext cx="6894576" cy="3205978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CCFCBDB-CFB3-6857-FF73-B8FB8192CFC0}"/>
              </a:ext>
            </a:extLst>
          </p:cNvPr>
          <p:cNvSpPr txBox="1">
            <a:spLocks/>
          </p:cNvSpPr>
          <p:nvPr/>
        </p:nvSpPr>
        <p:spPr>
          <a:xfrm>
            <a:off x="4666488" y="3640527"/>
            <a:ext cx="6894576" cy="258079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khởi tạo luồng chat mới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để sinh các starter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sinh ra một lược đồ starter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trả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nhúng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luồng chat mới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và trả nó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2494B517-7594-E91B-69C4-972CA63B2354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856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7D105-6D14-BC09-7716-63DF0F64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75BB1040-D817-B6C6-F008-1501E5DD6B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AA5AC5-8D6D-BA9F-0703-351B58463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xác thực người dùng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D38A211B-361F-2720-4247-D3FEDAA9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D4AE46C9-460D-0500-5213-6B25ED49F758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chức năng đính kèm thông tin tài khoản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 cơ sở dữ liệu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để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thông tin được gửi đến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thực thi chức năng.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0A8FD9A-5E44-B6EA-6E1D-34B48D6F455F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7C276D-7E17-ED8F-D70A-AF1B31236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3661796"/>
            <a:ext cx="7258677" cy="850768"/>
          </a:xfrm>
          <a:prstGeom prst="rect">
            <a:avLst/>
          </a:prstGeom>
        </p:spPr>
      </p:pic>
      <p:pic>
        <p:nvPicPr>
          <p:cNvPr id="7" name="Picture 6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137D81F5-F3FA-57A6-66CF-EF5CDCA22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2154072"/>
            <a:ext cx="7258676" cy="1042132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118560E1-6C88-E270-04F5-4C5D0BCE3A71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371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F37F2-9B26-CFB3-9569-4A2AAD33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3845CB0-8C87-33C3-4748-F9DF25DB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7AB8E-1566-A73E-B024-22414DF07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620-789A-DECD-F0B0-93F889CAB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27626CA-9409-4944-EC94-441133CBE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76866FF8-D860-7C7A-B738-4538CD174B8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8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0" y="1135151"/>
            <a:ext cx="11082860" cy="559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16"/>
          <a:stretch>
            <a:fillRect/>
          </a:stretch>
        </p:blipFill>
        <p:spPr>
          <a:xfrm>
            <a:off x="337334" y="1174670"/>
            <a:ext cx="11517332" cy="511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3E818B07-0F4F-956A-A67B-B1B6CAEACA52}"/>
              </a:ext>
            </a:extLst>
          </p:cNvPr>
          <p:cNvSpPr/>
          <p:nvPr/>
        </p:nvSpPr>
        <p:spPr>
          <a:xfrm>
            <a:off x="2211390" y="371940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BF5EF-F70D-A20E-0EC1-2BBB1EEC78AB}"/>
              </a:ext>
            </a:extLst>
          </p:cNvPr>
          <p:cNvSpPr txBox="1"/>
          <p:nvPr/>
        </p:nvSpPr>
        <p:spPr>
          <a:xfrm>
            <a:off x="574455" y="3314047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 ý câu hỏi tiếp theo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ECA9D-188E-7287-C891-FFC7091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189" y="709449"/>
            <a:ext cx="7475621" cy="318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A06F8-8E6B-3140-261E-D2BEB84CC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2" y="4281090"/>
            <a:ext cx="5258534" cy="244826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507C16-835E-C23C-C20F-D739BD8A900A}"/>
              </a:ext>
            </a:extLst>
          </p:cNvPr>
          <p:cNvSpPr/>
          <p:nvPr/>
        </p:nvSpPr>
        <p:spPr>
          <a:xfrm>
            <a:off x="3162300" y="3286125"/>
            <a:ext cx="704850" cy="36195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858B950-FE1F-E9D8-18A6-F3F3683C03DD}"/>
              </a:ext>
            </a:extLst>
          </p:cNvPr>
          <p:cNvSpPr/>
          <p:nvPr/>
        </p:nvSpPr>
        <p:spPr>
          <a:xfrm>
            <a:off x="5991224" y="4013413"/>
            <a:ext cx="209550" cy="390525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C46C494-AA46-1078-E4B7-A4FC50FCC723}"/>
              </a:ext>
            </a:extLst>
          </p:cNvPr>
          <p:cNvSpPr/>
          <p:nvPr/>
        </p:nvSpPr>
        <p:spPr>
          <a:xfrm rot="10800000">
            <a:off x="4008528" y="335880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8F024-7F17-F243-0B5F-E45170FB7F53}"/>
              </a:ext>
            </a:extLst>
          </p:cNvPr>
          <p:cNvSpPr txBox="1"/>
          <p:nvPr/>
        </p:nvSpPr>
        <p:spPr>
          <a:xfrm>
            <a:off x="4392301" y="3257637"/>
            <a:ext cx="2682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B93B7-C33F-D693-86EC-C9B3775D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" y="1137918"/>
            <a:ext cx="1037417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3F4-8F65-0A60-1017-E156D01EEE5C}"/>
              </a:ext>
            </a:extLst>
          </p:cNvPr>
          <p:cNvSpPr txBox="1"/>
          <p:nvPr/>
        </p:nvSpPr>
        <p:spPr>
          <a:xfrm>
            <a:off x="2148098" y="18492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2DDE68-21B6-6D7A-D81A-3D02F91F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5" y="2123893"/>
            <a:ext cx="4648849" cy="2610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915E9F-3E2A-5B7B-314D-592554EF4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593"/>
            <a:ext cx="5901815" cy="363281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4D96F-86C3-3454-CFC1-B4B9B73DC2C1}"/>
              </a:ext>
            </a:extLst>
          </p:cNvPr>
          <p:cNvSpPr/>
          <p:nvPr/>
        </p:nvSpPr>
        <p:spPr>
          <a:xfrm rot="17565351">
            <a:off x="1596241" y="39690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F47F7-C0B3-1024-C010-C403188868EA}"/>
              </a:ext>
            </a:extLst>
          </p:cNvPr>
          <p:cNvSpPr txBox="1"/>
          <p:nvPr/>
        </p:nvSpPr>
        <p:spPr>
          <a:xfrm>
            <a:off x="662198" y="4276847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F3F8EA-76D3-9AB1-E111-08B5069906AC}"/>
              </a:ext>
            </a:extLst>
          </p:cNvPr>
          <p:cNvSpPr/>
          <p:nvPr/>
        </p:nvSpPr>
        <p:spPr>
          <a:xfrm>
            <a:off x="1811328" y="3362217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F1C322F-E58F-74C3-8720-56EDB96F7C79}"/>
              </a:ext>
            </a:extLst>
          </p:cNvPr>
          <p:cNvSpPr/>
          <p:nvPr/>
        </p:nvSpPr>
        <p:spPr>
          <a:xfrm>
            <a:off x="5143500" y="3448283"/>
            <a:ext cx="952500" cy="2159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A4553E-09EC-D79B-669A-6AC0AA659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96" y="1466606"/>
            <a:ext cx="9165207" cy="392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D24BFD5-D814-402B-B6C4-EEF6AE14B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2362"/>
            <a:ext cx="6281928" cy="41354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i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FED7E8-9A97-475F-9FA4-113410D44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06139" y="1031284"/>
            <a:ext cx="3647661" cy="4436126"/>
          </a:xfrm>
          <a:custGeom>
            <a:avLst/>
            <a:gdLst>
              <a:gd name="connsiteX0" fmla="*/ 0 w 3647661"/>
              <a:gd name="connsiteY0" fmla="*/ 0 h 4436126"/>
              <a:gd name="connsiteX1" fmla="*/ 498514 w 3647661"/>
              <a:gd name="connsiteY1" fmla="*/ 0 h 4436126"/>
              <a:gd name="connsiteX2" fmla="*/ 1069981 w 3647661"/>
              <a:gd name="connsiteY2" fmla="*/ 0 h 4436126"/>
              <a:gd name="connsiteX3" fmla="*/ 1714401 w 3647661"/>
              <a:gd name="connsiteY3" fmla="*/ 0 h 4436126"/>
              <a:gd name="connsiteX4" fmla="*/ 2285868 w 3647661"/>
              <a:gd name="connsiteY4" fmla="*/ 0 h 4436126"/>
              <a:gd name="connsiteX5" fmla="*/ 2784381 w 3647661"/>
              <a:gd name="connsiteY5" fmla="*/ 0 h 4436126"/>
              <a:gd name="connsiteX6" fmla="*/ 3647661 w 3647661"/>
              <a:gd name="connsiteY6" fmla="*/ 0 h 4436126"/>
              <a:gd name="connsiteX7" fmla="*/ 3647661 w 3647661"/>
              <a:gd name="connsiteY7" fmla="*/ 633732 h 4436126"/>
              <a:gd name="connsiteX8" fmla="*/ 3647661 w 3647661"/>
              <a:gd name="connsiteY8" fmla="*/ 1267465 h 4436126"/>
              <a:gd name="connsiteX9" fmla="*/ 3647661 w 3647661"/>
              <a:gd name="connsiteY9" fmla="*/ 1768113 h 4436126"/>
              <a:gd name="connsiteX10" fmla="*/ 3647661 w 3647661"/>
              <a:gd name="connsiteY10" fmla="*/ 2446207 h 4436126"/>
              <a:gd name="connsiteX11" fmla="*/ 3647661 w 3647661"/>
              <a:gd name="connsiteY11" fmla="*/ 2946855 h 4436126"/>
              <a:gd name="connsiteX12" fmla="*/ 3647661 w 3647661"/>
              <a:gd name="connsiteY12" fmla="*/ 3580587 h 4436126"/>
              <a:gd name="connsiteX13" fmla="*/ 3647661 w 3647661"/>
              <a:gd name="connsiteY13" fmla="*/ 4436126 h 4436126"/>
              <a:gd name="connsiteX14" fmla="*/ 3039718 w 3647661"/>
              <a:gd name="connsiteY14" fmla="*/ 4436126 h 4436126"/>
              <a:gd name="connsiteX15" fmla="*/ 2431774 w 3647661"/>
              <a:gd name="connsiteY15" fmla="*/ 4436126 h 4436126"/>
              <a:gd name="connsiteX16" fmla="*/ 1823831 w 3647661"/>
              <a:gd name="connsiteY16" fmla="*/ 4436126 h 4436126"/>
              <a:gd name="connsiteX17" fmla="*/ 1288840 w 3647661"/>
              <a:gd name="connsiteY17" fmla="*/ 4436126 h 4436126"/>
              <a:gd name="connsiteX18" fmla="*/ 607943 w 3647661"/>
              <a:gd name="connsiteY18" fmla="*/ 4436126 h 4436126"/>
              <a:gd name="connsiteX19" fmla="*/ 0 w 3647661"/>
              <a:gd name="connsiteY19" fmla="*/ 4436126 h 4436126"/>
              <a:gd name="connsiteX20" fmla="*/ 0 w 3647661"/>
              <a:gd name="connsiteY20" fmla="*/ 3758032 h 4436126"/>
              <a:gd name="connsiteX21" fmla="*/ 0 w 3647661"/>
              <a:gd name="connsiteY21" fmla="*/ 3035578 h 4436126"/>
              <a:gd name="connsiteX22" fmla="*/ 0 w 3647661"/>
              <a:gd name="connsiteY22" fmla="*/ 2401845 h 4436126"/>
              <a:gd name="connsiteX23" fmla="*/ 0 w 3647661"/>
              <a:gd name="connsiteY23" fmla="*/ 1768113 h 4436126"/>
              <a:gd name="connsiteX24" fmla="*/ 0 w 3647661"/>
              <a:gd name="connsiteY24" fmla="*/ 1178742 h 4436126"/>
              <a:gd name="connsiteX25" fmla="*/ 0 w 3647661"/>
              <a:gd name="connsiteY25" fmla="*/ 589371 h 4436126"/>
              <a:gd name="connsiteX26" fmla="*/ 0 w 3647661"/>
              <a:gd name="connsiteY26" fmla="*/ 0 h 4436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47661" h="4436126" fill="none" extrusionOk="0">
                <a:moveTo>
                  <a:pt x="0" y="0"/>
                </a:moveTo>
                <a:cubicBezTo>
                  <a:pt x="116158" y="-16963"/>
                  <a:pt x="364681" y="-4006"/>
                  <a:pt x="498514" y="0"/>
                </a:cubicBezTo>
                <a:cubicBezTo>
                  <a:pt x="632347" y="4006"/>
                  <a:pt x="950865" y="15164"/>
                  <a:pt x="1069981" y="0"/>
                </a:cubicBezTo>
                <a:cubicBezTo>
                  <a:pt x="1189097" y="-15164"/>
                  <a:pt x="1556518" y="-23132"/>
                  <a:pt x="1714401" y="0"/>
                </a:cubicBezTo>
                <a:cubicBezTo>
                  <a:pt x="1872284" y="23132"/>
                  <a:pt x="2015985" y="9364"/>
                  <a:pt x="2285868" y="0"/>
                </a:cubicBezTo>
                <a:cubicBezTo>
                  <a:pt x="2555751" y="-9364"/>
                  <a:pt x="2555148" y="14141"/>
                  <a:pt x="2784381" y="0"/>
                </a:cubicBezTo>
                <a:cubicBezTo>
                  <a:pt x="3013614" y="-14141"/>
                  <a:pt x="3216105" y="-3763"/>
                  <a:pt x="3647661" y="0"/>
                </a:cubicBezTo>
                <a:cubicBezTo>
                  <a:pt x="3623206" y="221859"/>
                  <a:pt x="3622213" y="458853"/>
                  <a:pt x="3647661" y="633732"/>
                </a:cubicBezTo>
                <a:cubicBezTo>
                  <a:pt x="3673109" y="808611"/>
                  <a:pt x="3674779" y="1138417"/>
                  <a:pt x="3647661" y="1267465"/>
                </a:cubicBezTo>
                <a:cubicBezTo>
                  <a:pt x="3620543" y="1396513"/>
                  <a:pt x="3664792" y="1625185"/>
                  <a:pt x="3647661" y="1768113"/>
                </a:cubicBezTo>
                <a:cubicBezTo>
                  <a:pt x="3630530" y="1911041"/>
                  <a:pt x="3671056" y="2135008"/>
                  <a:pt x="3647661" y="2446207"/>
                </a:cubicBezTo>
                <a:cubicBezTo>
                  <a:pt x="3624266" y="2757406"/>
                  <a:pt x="3642702" y="2713342"/>
                  <a:pt x="3647661" y="2946855"/>
                </a:cubicBezTo>
                <a:cubicBezTo>
                  <a:pt x="3652620" y="3180368"/>
                  <a:pt x="3664319" y="3290221"/>
                  <a:pt x="3647661" y="3580587"/>
                </a:cubicBezTo>
                <a:cubicBezTo>
                  <a:pt x="3631003" y="3870953"/>
                  <a:pt x="3617531" y="4259425"/>
                  <a:pt x="3647661" y="4436126"/>
                </a:cubicBezTo>
                <a:cubicBezTo>
                  <a:pt x="3523929" y="4410412"/>
                  <a:pt x="3241413" y="4436068"/>
                  <a:pt x="3039718" y="4436126"/>
                </a:cubicBezTo>
                <a:cubicBezTo>
                  <a:pt x="2838023" y="4436184"/>
                  <a:pt x="2630387" y="4431142"/>
                  <a:pt x="2431774" y="4436126"/>
                </a:cubicBezTo>
                <a:cubicBezTo>
                  <a:pt x="2233161" y="4441110"/>
                  <a:pt x="2003296" y="4449826"/>
                  <a:pt x="1823831" y="4436126"/>
                </a:cubicBezTo>
                <a:cubicBezTo>
                  <a:pt x="1644366" y="4422426"/>
                  <a:pt x="1399453" y="4442442"/>
                  <a:pt x="1288840" y="4436126"/>
                </a:cubicBezTo>
                <a:cubicBezTo>
                  <a:pt x="1178227" y="4429810"/>
                  <a:pt x="793482" y="4411099"/>
                  <a:pt x="607943" y="4436126"/>
                </a:cubicBezTo>
                <a:cubicBezTo>
                  <a:pt x="422404" y="4461153"/>
                  <a:pt x="158703" y="4453091"/>
                  <a:pt x="0" y="4436126"/>
                </a:cubicBezTo>
                <a:cubicBezTo>
                  <a:pt x="8129" y="4099466"/>
                  <a:pt x="23502" y="4014012"/>
                  <a:pt x="0" y="3758032"/>
                </a:cubicBezTo>
                <a:cubicBezTo>
                  <a:pt x="-23502" y="3502052"/>
                  <a:pt x="8018" y="3295661"/>
                  <a:pt x="0" y="3035578"/>
                </a:cubicBezTo>
                <a:cubicBezTo>
                  <a:pt x="-8018" y="2775495"/>
                  <a:pt x="-8720" y="2595880"/>
                  <a:pt x="0" y="2401845"/>
                </a:cubicBezTo>
                <a:cubicBezTo>
                  <a:pt x="8720" y="2207810"/>
                  <a:pt x="9279" y="1982551"/>
                  <a:pt x="0" y="1768113"/>
                </a:cubicBezTo>
                <a:cubicBezTo>
                  <a:pt x="-9279" y="1553675"/>
                  <a:pt x="7090" y="1354447"/>
                  <a:pt x="0" y="1178742"/>
                </a:cubicBezTo>
                <a:cubicBezTo>
                  <a:pt x="-7090" y="1003037"/>
                  <a:pt x="-23786" y="768334"/>
                  <a:pt x="0" y="589371"/>
                </a:cubicBezTo>
                <a:cubicBezTo>
                  <a:pt x="23786" y="410408"/>
                  <a:pt x="-16955" y="242082"/>
                  <a:pt x="0" y="0"/>
                </a:cubicBezTo>
                <a:close/>
              </a:path>
              <a:path w="3647661" h="4436126" stroke="0" extrusionOk="0">
                <a:moveTo>
                  <a:pt x="0" y="0"/>
                </a:moveTo>
                <a:cubicBezTo>
                  <a:pt x="171149" y="-7244"/>
                  <a:pt x="374684" y="2591"/>
                  <a:pt x="534990" y="0"/>
                </a:cubicBezTo>
                <a:cubicBezTo>
                  <a:pt x="695296" y="-2591"/>
                  <a:pt x="907320" y="7483"/>
                  <a:pt x="1069981" y="0"/>
                </a:cubicBezTo>
                <a:cubicBezTo>
                  <a:pt x="1232642" y="-7483"/>
                  <a:pt x="1543604" y="-26203"/>
                  <a:pt x="1677924" y="0"/>
                </a:cubicBezTo>
                <a:cubicBezTo>
                  <a:pt x="1812244" y="26203"/>
                  <a:pt x="2140632" y="31361"/>
                  <a:pt x="2322344" y="0"/>
                </a:cubicBezTo>
                <a:cubicBezTo>
                  <a:pt x="2504056" y="-31361"/>
                  <a:pt x="2658834" y="3381"/>
                  <a:pt x="2893811" y="0"/>
                </a:cubicBezTo>
                <a:cubicBezTo>
                  <a:pt x="3128788" y="-3381"/>
                  <a:pt x="3338741" y="-10376"/>
                  <a:pt x="3647661" y="0"/>
                </a:cubicBezTo>
                <a:cubicBezTo>
                  <a:pt x="3628986" y="244498"/>
                  <a:pt x="3624774" y="362520"/>
                  <a:pt x="3647661" y="545010"/>
                </a:cubicBezTo>
                <a:cubicBezTo>
                  <a:pt x="3670549" y="727500"/>
                  <a:pt x="3619543" y="968439"/>
                  <a:pt x="3647661" y="1134381"/>
                </a:cubicBezTo>
                <a:cubicBezTo>
                  <a:pt x="3675779" y="1300323"/>
                  <a:pt x="3670065" y="1646297"/>
                  <a:pt x="3647661" y="1856836"/>
                </a:cubicBezTo>
                <a:cubicBezTo>
                  <a:pt x="3625257" y="2067375"/>
                  <a:pt x="3632904" y="2315399"/>
                  <a:pt x="3647661" y="2490568"/>
                </a:cubicBezTo>
                <a:cubicBezTo>
                  <a:pt x="3662418" y="2665737"/>
                  <a:pt x="3616073" y="2880164"/>
                  <a:pt x="3647661" y="3124300"/>
                </a:cubicBezTo>
                <a:cubicBezTo>
                  <a:pt x="3679249" y="3368436"/>
                  <a:pt x="3677361" y="3519722"/>
                  <a:pt x="3647661" y="3758032"/>
                </a:cubicBezTo>
                <a:cubicBezTo>
                  <a:pt x="3617961" y="3996342"/>
                  <a:pt x="3615180" y="4147465"/>
                  <a:pt x="3647661" y="4436126"/>
                </a:cubicBezTo>
                <a:cubicBezTo>
                  <a:pt x="3506685" y="4421969"/>
                  <a:pt x="3266652" y="4433618"/>
                  <a:pt x="3149147" y="4436126"/>
                </a:cubicBezTo>
                <a:cubicBezTo>
                  <a:pt x="3031642" y="4438634"/>
                  <a:pt x="2832267" y="4432536"/>
                  <a:pt x="2650634" y="4436126"/>
                </a:cubicBezTo>
                <a:cubicBezTo>
                  <a:pt x="2469001" y="4439716"/>
                  <a:pt x="2324677" y="4416284"/>
                  <a:pt x="2042690" y="4436126"/>
                </a:cubicBezTo>
                <a:cubicBezTo>
                  <a:pt x="1760703" y="4455968"/>
                  <a:pt x="1686949" y="4416099"/>
                  <a:pt x="1398270" y="4436126"/>
                </a:cubicBezTo>
                <a:cubicBezTo>
                  <a:pt x="1109591" y="4456153"/>
                  <a:pt x="1071585" y="4455485"/>
                  <a:pt x="899756" y="4436126"/>
                </a:cubicBezTo>
                <a:cubicBezTo>
                  <a:pt x="727927" y="4416767"/>
                  <a:pt x="344407" y="4430463"/>
                  <a:pt x="0" y="4436126"/>
                </a:cubicBezTo>
                <a:cubicBezTo>
                  <a:pt x="5440" y="4303018"/>
                  <a:pt x="91" y="4161914"/>
                  <a:pt x="0" y="3891116"/>
                </a:cubicBezTo>
                <a:cubicBezTo>
                  <a:pt x="-91" y="3620318"/>
                  <a:pt x="-11601" y="3462294"/>
                  <a:pt x="0" y="3301745"/>
                </a:cubicBezTo>
                <a:cubicBezTo>
                  <a:pt x="11601" y="3141196"/>
                  <a:pt x="22776" y="2916996"/>
                  <a:pt x="0" y="2756735"/>
                </a:cubicBezTo>
                <a:cubicBezTo>
                  <a:pt x="-22776" y="2596474"/>
                  <a:pt x="5257" y="2440491"/>
                  <a:pt x="0" y="2256087"/>
                </a:cubicBezTo>
                <a:cubicBezTo>
                  <a:pt x="-5257" y="2071683"/>
                  <a:pt x="20189" y="1902567"/>
                  <a:pt x="0" y="1666716"/>
                </a:cubicBezTo>
                <a:cubicBezTo>
                  <a:pt x="-20189" y="1430865"/>
                  <a:pt x="-21241" y="1161108"/>
                  <a:pt x="0" y="988622"/>
                </a:cubicBezTo>
                <a:cubicBezTo>
                  <a:pt x="21241" y="816136"/>
                  <a:pt x="17108" y="40674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5715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68728339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2A39B854-4B6C-4F7F-A602-6F97770CED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5439978"/>
            <a:ext cx="6281928" cy="18288"/>
          </a:xfrm>
          <a:custGeom>
            <a:avLst/>
            <a:gdLst>
              <a:gd name="connsiteX0" fmla="*/ 0 w 6281928"/>
              <a:gd name="connsiteY0" fmla="*/ 0 h 18288"/>
              <a:gd name="connsiteX1" fmla="*/ 572353 w 6281928"/>
              <a:gd name="connsiteY1" fmla="*/ 0 h 18288"/>
              <a:gd name="connsiteX2" fmla="*/ 1207526 w 6281928"/>
              <a:gd name="connsiteY2" fmla="*/ 0 h 18288"/>
              <a:gd name="connsiteX3" fmla="*/ 1779880 w 6281928"/>
              <a:gd name="connsiteY3" fmla="*/ 0 h 18288"/>
              <a:gd name="connsiteX4" fmla="*/ 2540691 w 6281928"/>
              <a:gd name="connsiteY4" fmla="*/ 0 h 18288"/>
              <a:gd name="connsiteX5" fmla="*/ 3238683 w 6281928"/>
              <a:gd name="connsiteY5" fmla="*/ 0 h 18288"/>
              <a:gd name="connsiteX6" fmla="*/ 3936675 w 6281928"/>
              <a:gd name="connsiteY6" fmla="*/ 0 h 18288"/>
              <a:gd name="connsiteX7" fmla="*/ 4760305 w 6281928"/>
              <a:gd name="connsiteY7" fmla="*/ 0 h 18288"/>
              <a:gd name="connsiteX8" fmla="*/ 5521117 w 6281928"/>
              <a:gd name="connsiteY8" fmla="*/ 0 h 18288"/>
              <a:gd name="connsiteX9" fmla="*/ 6281928 w 6281928"/>
              <a:gd name="connsiteY9" fmla="*/ 0 h 18288"/>
              <a:gd name="connsiteX10" fmla="*/ 6281928 w 6281928"/>
              <a:gd name="connsiteY10" fmla="*/ 18288 h 18288"/>
              <a:gd name="connsiteX11" fmla="*/ 5772394 w 6281928"/>
              <a:gd name="connsiteY11" fmla="*/ 18288 h 18288"/>
              <a:gd name="connsiteX12" fmla="*/ 5200040 w 6281928"/>
              <a:gd name="connsiteY12" fmla="*/ 18288 h 18288"/>
              <a:gd name="connsiteX13" fmla="*/ 4439229 w 6281928"/>
              <a:gd name="connsiteY13" fmla="*/ 18288 h 18288"/>
              <a:gd name="connsiteX14" fmla="*/ 3615599 w 6281928"/>
              <a:gd name="connsiteY14" fmla="*/ 18288 h 18288"/>
              <a:gd name="connsiteX15" fmla="*/ 2980426 w 6281928"/>
              <a:gd name="connsiteY15" fmla="*/ 18288 h 18288"/>
              <a:gd name="connsiteX16" fmla="*/ 2156795 w 6281928"/>
              <a:gd name="connsiteY16" fmla="*/ 18288 h 18288"/>
              <a:gd name="connsiteX17" fmla="*/ 1584442 w 6281928"/>
              <a:gd name="connsiteY17" fmla="*/ 18288 h 18288"/>
              <a:gd name="connsiteX18" fmla="*/ 1074908 w 6281928"/>
              <a:gd name="connsiteY18" fmla="*/ 18288 h 18288"/>
              <a:gd name="connsiteX19" fmla="*/ 0 w 6281928"/>
              <a:gd name="connsiteY19" fmla="*/ 18288 h 18288"/>
              <a:gd name="connsiteX20" fmla="*/ 0 w 6281928"/>
              <a:gd name="connsiteY2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281928" h="18288" fill="none" extrusionOk="0">
                <a:moveTo>
                  <a:pt x="0" y="0"/>
                </a:moveTo>
                <a:cubicBezTo>
                  <a:pt x="205960" y="24870"/>
                  <a:pt x="343550" y="5918"/>
                  <a:pt x="572353" y="0"/>
                </a:cubicBezTo>
                <a:cubicBezTo>
                  <a:pt x="801156" y="-5918"/>
                  <a:pt x="1015649" y="-11381"/>
                  <a:pt x="1207526" y="0"/>
                </a:cubicBezTo>
                <a:cubicBezTo>
                  <a:pt x="1399403" y="11381"/>
                  <a:pt x="1549725" y="7866"/>
                  <a:pt x="1779880" y="0"/>
                </a:cubicBezTo>
                <a:cubicBezTo>
                  <a:pt x="2010035" y="-7866"/>
                  <a:pt x="2190674" y="12826"/>
                  <a:pt x="2540691" y="0"/>
                </a:cubicBezTo>
                <a:cubicBezTo>
                  <a:pt x="2890708" y="-12826"/>
                  <a:pt x="3025718" y="-18534"/>
                  <a:pt x="3238683" y="0"/>
                </a:cubicBezTo>
                <a:cubicBezTo>
                  <a:pt x="3451648" y="18534"/>
                  <a:pt x="3603947" y="14884"/>
                  <a:pt x="3936675" y="0"/>
                </a:cubicBezTo>
                <a:cubicBezTo>
                  <a:pt x="4269403" y="-14884"/>
                  <a:pt x="4480718" y="-24607"/>
                  <a:pt x="4760305" y="0"/>
                </a:cubicBezTo>
                <a:cubicBezTo>
                  <a:pt x="5039892" y="24607"/>
                  <a:pt x="5359549" y="-31311"/>
                  <a:pt x="5521117" y="0"/>
                </a:cubicBezTo>
                <a:cubicBezTo>
                  <a:pt x="5682685" y="31311"/>
                  <a:pt x="5986067" y="-12593"/>
                  <a:pt x="6281928" y="0"/>
                </a:cubicBezTo>
                <a:cubicBezTo>
                  <a:pt x="6282307" y="7355"/>
                  <a:pt x="6282212" y="10249"/>
                  <a:pt x="6281928" y="18288"/>
                </a:cubicBezTo>
                <a:cubicBezTo>
                  <a:pt x="6078981" y="8428"/>
                  <a:pt x="5961061" y="2290"/>
                  <a:pt x="5772394" y="18288"/>
                </a:cubicBezTo>
                <a:cubicBezTo>
                  <a:pt x="5583727" y="34286"/>
                  <a:pt x="5329968" y="24208"/>
                  <a:pt x="5200040" y="18288"/>
                </a:cubicBezTo>
                <a:cubicBezTo>
                  <a:pt x="5070112" y="12368"/>
                  <a:pt x="4793288" y="21070"/>
                  <a:pt x="4439229" y="18288"/>
                </a:cubicBezTo>
                <a:cubicBezTo>
                  <a:pt x="4085170" y="15506"/>
                  <a:pt x="3813765" y="-16466"/>
                  <a:pt x="3615599" y="18288"/>
                </a:cubicBezTo>
                <a:cubicBezTo>
                  <a:pt x="3417433" y="53042"/>
                  <a:pt x="3133643" y="20727"/>
                  <a:pt x="2980426" y="18288"/>
                </a:cubicBezTo>
                <a:cubicBezTo>
                  <a:pt x="2827209" y="15849"/>
                  <a:pt x="2380685" y="51850"/>
                  <a:pt x="2156795" y="18288"/>
                </a:cubicBezTo>
                <a:cubicBezTo>
                  <a:pt x="1932905" y="-15274"/>
                  <a:pt x="1716744" y="-1398"/>
                  <a:pt x="1584442" y="18288"/>
                </a:cubicBezTo>
                <a:cubicBezTo>
                  <a:pt x="1452140" y="37974"/>
                  <a:pt x="1280887" y="12750"/>
                  <a:pt x="1074908" y="18288"/>
                </a:cubicBezTo>
                <a:cubicBezTo>
                  <a:pt x="868929" y="23826"/>
                  <a:pt x="318124" y="-17878"/>
                  <a:pt x="0" y="18288"/>
                </a:cubicBezTo>
                <a:cubicBezTo>
                  <a:pt x="-384" y="12702"/>
                  <a:pt x="-513" y="4636"/>
                  <a:pt x="0" y="0"/>
                </a:cubicBezTo>
                <a:close/>
              </a:path>
              <a:path w="6281928" h="18288" stroke="0" extrusionOk="0">
                <a:moveTo>
                  <a:pt x="0" y="0"/>
                </a:moveTo>
                <a:cubicBezTo>
                  <a:pt x="135290" y="27650"/>
                  <a:pt x="488372" y="4391"/>
                  <a:pt x="635173" y="0"/>
                </a:cubicBezTo>
                <a:cubicBezTo>
                  <a:pt x="781974" y="-4391"/>
                  <a:pt x="992816" y="14310"/>
                  <a:pt x="1144707" y="0"/>
                </a:cubicBezTo>
                <a:cubicBezTo>
                  <a:pt x="1296598" y="-14310"/>
                  <a:pt x="1796462" y="-1258"/>
                  <a:pt x="1968337" y="0"/>
                </a:cubicBezTo>
                <a:cubicBezTo>
                  <a:pt x="2140212" y="1258"/>
                  <a:pt x="2343376" y="-12852"/>
                  <a:pt x="2603510" y="0"/>
                </a:cubicBezTo>
                <a:cubicBezTo>
                  <a:pt x="2863644" y="12852"/>
                  <a:pt x="2935073" y="-10591"/>
                  <a:pt x="3238683" y="0"/>
                </a:cubicBezTo>
                <a:cubicBezTo>
                  <a:pt x="3542293" y="10591"/>
                  <a:pt x="3731676" y="3538"/>
                  <a:pt x="4062313" y="0"/>
                </a:cubicBezTo>
                <a:cubicBezTo>
                  <a:pt x="4392950" y="-3538"/>
                  <a:pt x="4440715" y="28126"/>
                  <a:pt x="4634667" y="0"/>
                </a:cubicBezTo>
                <a:cubicBezTo>
                  <a:pt x="4828619" y="-28126"/>
                  <a:pt x="5052661" y="8974"/>
                  <a:pt x="5458297" y="0"/>
                </a:cubicBezTo>
                <a:cubicBezTo>
                  <a:pt x="5863933" y="-8974"/>
                  <a:pt x="5906900" y="-24516"/>
                  <a:pt x="6281928" y="0"/>
                </a:cubicBezTo>
                <a:cubicBezTo>
                  <a:pt x="6282268" y="5688"/>
                  <a:pt x="6281759" y="13142"/>
                  <a:pt x="6281928" y="18288"/>
                </a:cubicBezTo>
                <a:cubicBezTo>
                  <a:pt x="6036108" y="15339"/>
                  <a:pt x="5743611" y="10415"/>
                  <a:pt x="5583936" y="18288"/>
                </a:cubicBezTo>
                <a:cubicBezTo>
                  <a:pt x="5424261" y="26161"/>
                  <a:pt x="5250533" y="-179"/>
                  <a:pt x="4948763" y="18288"/>
                </a:cubicBezTo>
                <a:cubicBezTo>
                  <a:pt x="4646993" y="36755"/>
                  <a:pt x="4354673" y="7565"/>
                  <a:pt x="4125133" y="18288"/>
                </a:cubicBezTo>
                <a:cubicBezTo>
                  <a:pt x="3895593" y="29012"/>
                  <a:pt x="3570246" y="29209"/>
                  <a:pt x="3301502" y="18288"/>
                </a:cubicBezTo>
                <a:cubicBezTo>
                  <a:pt x="3032758" y="7367"/>
                  <a:pt x="2955340" y="11905"/>
                  <a:pt x="2729149" y="18288"/>
                </a:cubicBezTo>
                <a:cubicBezTo>
                  <a:pt x="2502958" y="24671"/>
                  <a:pt x="2269423" y="3142"/>
                  <a:pt x="2031157" y="18288"/>
                </a:cubicBezTo>
                <a:cubicBezTo>
                  <a:pt x="1792891" y="33434"/>
                  <a:pt x="1484731" y="22122"/>
                  <a:pt x="1207526" y="18288"/>
                </a:cubicBezTo>
                <a:cubicBezTo>
                  <a:pt x="930321" y="14454"/>
                  <a:pt x="560231" y="-33402"/>
                  <a:pt x="0" y="18288"/>
                </a:cubicBezTo>
                <a:cubicBezTo>
                  <a:pt x="-478" y="10520"/>
                  <a:pt x="210" y="5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1491</TotalTime>
  <Words>2351</Words>
  <Application>Microsoft Office PowerPoint</Application>
  <PresentationFormat>Widescreen</PresentationFormat>
  <Paragraphs>397</Paragraphs>
  <Slides>46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trình bày</vt:lpstr>
      <vt:lpstr>PHẦN 1 CƠ SỞ LÝ THUYẾT</vt:lpstr>
      <vt:lpstr>Lược sử sự phát triển của NLP cho đến nay</vt:lpstr>
      <vt:lpstr>PowerPoint Presentation</vt:lpstr>
      <vt:lpstr>Hệ thống RAG</vt:lpstr>
      <vt:lpstr>PHẦN 2 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PHẦN 3 TRIỂN KHAI CHỨC NĂNG HỆ THỐNG</vt:lpstr>
      <vt:lpstr>Triển khai các chức năng hệ thống</vt:lpstr>
      <vt:lpstr>Các chức năng hệ thống</vt:lpstr>
      <vt:lpstr>Triển khai chức năng chat text</vt:lpstr>
      <vt:lpstr>Triển khai chức năng chat realtime</vt:lpstr>
      <vt:lpstr>Triển khai chức năng chat realtime</vt:lpstr>
      <vt:lpstr>PowerPoint Presentation</vt:lpstr>
      <vt:lpstr>Triển khai chức năng cài đặt tùy chọn luồng chat</vt:lpstr>
      <vt:lpstr>Triển khai chức năng đánh giá phản hồi</vt:lpstr>
      <vt:lpstr>Triển khai chức năng khởi tạo luồng chat mới</vt:lpstr>
      <vt:lpstr>Triển khai các chức năng xác thực người dùng</vt:lpstr>
      <vt:lpstr>PHẦN 4 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62</cp:revision>
  <dcterms:created xsi:type="dcterms:W3CDTF">2025-06-09T12:09:11Z</dcterms:created>
  <dcterms:modified xsi:type="dcterms:W3CDTF">2025-06-13T14:31:59Z</dcterms:modified>
</cp:coreProperties>
</file>