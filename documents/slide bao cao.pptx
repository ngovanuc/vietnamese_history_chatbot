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74" r:id="rId3"/>
    <p:sldId id="258" r:id="rId4"/>
    <p:sldId id="259" r:id="rId5"/>
    <p:sldId id="261" r:id="rId6"/>
    <p:sldId id="275" r:id="rId7"/>
    <p:sldId id="325" r:id="rId8"/>
    <p:sldId id="263" r:id="rId9"/>
    <p:sldId id="262" r:id="rId10"/>
    <p:sldId id="267" r:id="rId11"/>
    <p:sldId id="264" r:id="rId12"/>
    <p:sldId id="285" r:id="rId13"/>
    <p:sldId id="284" r:id="rId14"/>
    <p:sldId id="324" r:id="rId15"/>
    <p:sldId id="260" r:id="rId16"/>
    <p:sldId id="278" r:id="rId17"/>
    <p:sldId id="277" r:id="rId18"/>
    <p:sldId id="279" r:id="rId19"/>
    <p:sldId id="280" r:id="rId20"/>
    <p:sldId id="281" r:id="rId21"/>
    <p:sldId id="286" r:id="rId22"/>
    <p:sldId id="326" r:id="rId23"/>
    <p:sldId id="269" r:id="rId24"/>
    <p:sldId id="319" r:id="rId25"/>
    <p:sldId id="318" r:id="rId26"/>
    <p:sldId id="317" r:id="rId27"/>
    <p:sldId id="307" r:id="rId28"/>
    <p:sldId id="320" r:id="rId29"/>
    <p:sldId id="321" r:id="rId30"/>
    <p:sldId id="322" r:id="rId31"/>
    <p:sldId id="323" r:id="rId32"/>
    <p:sldId id="273" r:id="rId33"/>
    <p:sldId id="287" r:id="rId34"/>
    <p:sldId id="293" r:id="rId35"/>
    <p:sldId id="294" r:id="rId36"/>
    <p:sldId id="295" r:id="rId37"/>
    <p:sldId id="296" r:id="rId38"/>
    <p:sldId id="298" r:id="rId39"/>
    <p:sldId id="301" r:id="rId40"/>
    <p:sldId id="302" r:id="rId41"/>
    <p:sldId id="303" r:id="rId42"/>
    <p:sldId id="299" r:id="rId43"/>
    <p:sldId id="300" r:id="rId44"/>
    <p:sldId id="304" r:id="rId45"/>
    <p:sldId id="305" r:id="rId46"/>
    <p:sldId id="30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0196" autoAdjust="0"/>
  </p:normalViewPr>
  <p:slideViewPr>
    <p:cSldViewPr snapToGrid="0">
      <p:cViewPr varScale="1">
        <p:scale>
          <a:sx n="68" d="100"/>
          <a:sy n="68" d="100"/>
        </p:scale>
        <p:origin x="81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99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8FF0-A370-F4FE-2B3E-2742A2871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FFF73-1713-AF35-E6EB-BDDE3B9FA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572D1-11FD-04DE-9962-960325220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80254-64FD-B7B7-B6BC-541E7AAE8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571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6D1BE-2F28-C349-3A9B-B6189428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F2E70-54A6-9D1C-4696-5C975B01D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644C4F-D699-EA73-B5F6-52F23C794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Giới thiệu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Lợi ích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Lợi ích khi áp dụng vào hệ thống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05C24-A847-DFA0-B49C-FAE4570B2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9224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B6F9F-FE5B-CB0D-F30F-357AF32C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B1E36-BDCE-9FEA-F630-247FCE798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8AB3F-9AB2-62D5-E170-37A70763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9AF9B-AA37-CC96-3DEA-ADE89D428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013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DBCEC-54D0-7BBC-E46B-2E03AF9B6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9A93A-7D28-E47B-AB3D-170BE19BF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D6D49-CF55-A17E-8111-F237126F1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7947F-344F-8F53-154E-23597A865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2718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2F870-85B9-E3EF-D359-016A19EB6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F51B4-1035-4233-AB2D-D3BDDC238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131019-ED3A-ACC4-EC91-BC76A59A5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788F8-F212-3066-2386-A34B59547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4395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6FB04-C9C6-229E-FC2B-5C2A68B7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4BB12-E522-F915-5258-4D1BD4C43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79A216-FDDF-7FF7-B4AE-C9E39C4F5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D7BB8-A797-C90F-5B29-FCB26E8C4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28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F435-F13C-C32A-EB61-A4154CBE7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1E1EFA-4272-3406-1D58-697E03DCB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34EFE-90FD-6445-F499-172C4D925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3659-3C9F-B984-C3BD-7E4F4C7184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2271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7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1E782-08A6-0CE5-9172-45FBA2F3ED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58">
            <a:extLst>
              <a:ext uri="{FF2B5EF4-FFF2-40B4-BE49-F238E27FC236}">
                <a16:creationId xmlns:a16="http://schemas.microsoft.com/office/drawing/2014/main" id="{3A102633-26E8-1DC7-0E27-81B6C268AEBD}"/>
              </a:ext>
            </a:extLst>
          </p:cNvPr>
          <p:cNvSpPr txBox="1"/>
          <p:nvPr/>
        </p:nvSpPr>
        <p:spPr>
          <a:xfrm>
            <a:off x="1585703" y="6038850"/>
            <a:ext cx="6717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Vào khi nào thì cái gì ra đời, để làm gì, có hạn chế gì -&gt; cái tiếp theo</a:t>
            </a:r>
          </a:p>
        </p:txBody>
      </p:sp>
      <p:pic>
        <p:nvPicPr>
          <p:cNvPr id="7" name="Picture 6" descr="A line of colorful circles&#10;&#10;AI-generated content may be incorrect.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459" y="1710087"/>
            <a:ext cx="10327341" cy="34378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2806"/>
            <a:ext cx="10515600" cy="596343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99" y="1193800"/>
            <a:ext cx="7443396" cy="44703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69234B-526C-DB72-DCD1-48DEC3E236E8}"/>
              </a:ext>
            </a:extLst>
          </p:cNvPr>
          <p:cNvSpPr txBox="1">
            <a:spLocks/>
          </p:cNvSpPr>
          <p:nvPr/>
        </p:nvSpPr>
        <p:spPr>
          <a:xfrm>
            <a:off x="838200" y="222806"/>
            <a:ext cx="10515600" cy="59634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ngôn ngữ lớn - LLM</a:t>
            </a:r>
          </a:p>
        </p:txBody>
      </p:sp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11" y="880412"/>
            <a:ext cx="10024778" cy="50971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563"/>
            <a:ext cx="10515600" cy="582608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C84A6B-D148-9944-CF6F-D320F62BC3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B329-5946-0058-2924-CAF410C0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8304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C33F-1BB9-7361-0EA8-3F90BC2D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43430"/>
            <a:ext cx="10515600" cy="5233533"/>
          </a:xfrm>
        </p:spPr>
        <p:txBody>
          <a:bodyPr>
            <a:norm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bài toán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và tiền xử lý dữ liệu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embedding đề xuất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169863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1D66FF-4304-786C-2EEE-636842DCC49C}"/>
              </a:ext>
            </a:extLst>
          </p:cNvPr>
          <p:cNvSpPr txBox="1"/>
          <p:nvPr/>
        </p:nvSpPr>
        <p:spPr>
          <a:xfrm>
            <a:off x="823338" y="1951672"/>
            <a:ext cx="35798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2818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và 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393" y="999600"/>
            <a:ext cx="9337212" cy="57297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59707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98276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536853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65" y="2147607"/>
            <a:ext cx="7570759" cy="299045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999"/>
            <a:ext cx="10515600" cy="535420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38" y="1777398"/>
            <a:ext cx="7518614" cy="3725097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435"/>
            <a:ext cx="10515600" cy="563130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theo loại (đơn vị từ)</a:t>
            </a:r>
          </a:p>
        </p:txBody>
      </p:sp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838200" y="1792270"/>
            <a:ext cx="7419109" cy="327346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8144"/>
            <a:ext cx="10515600" cy="618548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8A391-3846-568B-CFED-C6466717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45F046B-0A39-F07F-577E-8A0600FD87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1630267" y="1168343"/>
            <a:ext cx="8931465" cy="3940742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432668B-3C0B-D4F9-BF78-F6D3D5CBE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</p:spTree>
    <p:extLst>
      <p:ext uri="{BB962C8B-B14F-4D97-AF65-F5344CB8AC3E}">
        <p14:creationId xmlns:p14="http://schemas.microsoft.com/office/powerpoint/2010/main" val="288015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0" y="1240255"/>
            <a:ext cx="5849007" cy="55985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0435"/>
            <a:ext cx="10515600" cy="535420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095999" y="1534885"/>
            <a:ext cx="5849007" cy="49579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u="sng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Khái niệm</a:t>
            </a: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đại diện cho một thuộc tính.</a:t>
            </a:r>
          </a:p>
          <a:p>
            <a:pPr marL="342900" indent="-342900" algn="just">
              <a:buFontTx/>
              <a:buChar char="-"/>
            </a:pPr>
            <a:endParaRPr lang="en-US" sz="2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u="sng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Lợi ích</a:t>
            </a: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có thể tính toán được.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</a:t>
            </a: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ý nghĩa của văn bản.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 trọng trong các tác vụ NLP.</a:t>
            </a:r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50102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4312"/>
            <a:ext cx="10515600" cy="5153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05573"/>
              </p:ext>
            </p:extLst>
          </p:nvPr>
        </p:nvGraphicFramePr>
        <p:xfrm>
          <a:off x="207579" y="1923394"/>
          <a:ext cx="11776841" cy="4794079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56338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20503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720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288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074679"/>
              </p:ext>
            </p:extLst>
          </p:nvPr>
        </p:nvGraphicFramePr>
        <p:xfrm>
          <a:off x="128752" y="1381632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938"/>
            <a:ext cx="10515600" cy="550917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</a:t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6B5D6-B4F1-4270-E69E-F4F49A5F2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07710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4B7F-DAAB-1BD8-1EE4-68D495BEB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552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của hệ thống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text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realtime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quá trình sinh phản hồi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cài đặt tùy chọn luồng chat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đánh giá phản hồi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 tạo luồng chat mới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xác thực người dùng</a:t>
            </a:r>
          </a:p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46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DF1506-A9B8-E72A-C967-A11CD70E3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69" y="1247078"/>
            <a:ext cx="3311720" cy="4363844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của hệ thống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AB956-248D-4469-5257-C9731AE3A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trò chuyện mới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376D5B-277F-09D7-AA5E-69FEF8D50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5F4C46-50E0-E2F4-AB13-4B9C59674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89E206AD-4A18-BF0D-073E-CB716D151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E7A47449-E9D3-7D3A-C03B-B204E608B6F4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text</a:t>
            </a:r>
            <a:endParaRPr lang="en-US" sz="3200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93C0552D-E412-9A52-0602-FF32BEAE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314723"/>
            <a:ext cx="7322343" cy="224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147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F6D18-0D11-7068-D8FC-A7E58990E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5AEDFFE1-0CD1-35E6-AC64-AC0921FFC6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48C96C9-E561-661F-A84B-AE125732E510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realtime</a:t>
            </a:r>
            <a:endParaRPr lang="en-US" sz="3200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1D177DD-0F50-7060-E2C7-9AAC63EA9232}"/>
              </a:ext>
            </a:extLst>
          </p:cNvPr>
          <p:cNvSpPr txBox="1">
            <a:spLocks/>
          </p:cNvSpPr>
          <p:nvPr/>
        </p:nvSpPr>
        <p:spPr>
          <a:xfrm>
            <a:off x="4652535" y="128953"/>
            <a:ext cx="7539465" cy="659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5" name="Picture 4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F59E000D-2BA4-A2F0-916F-B355E6882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146" y="1267247"/>
            <a:ext cx="5312231" cy="27806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681143-B154-4E44-2424-24C77F44BDC3}"/>
              </a:ext>
            </a:extLst>
          </p:cNvPr>
          <p:cNvSpPr txBox="1"/>
          <p:nvPr/>
        </p:nvSpPr>
        <p:spPr>
          <a:xfrm>
            <a:off x="4530273" y="4780313"/>
            <a:ext cx="32678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tốc độ tương tác và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tự nhiên khi giao tiếp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9E970-5C64-335D-C39E-B33B38067BB7}"/>
              </a:ext>
            </a:extLst>
          </p:cNvPr>
          <p:cNvSpPr txBox="1"/>
          <p:nvPr/>
        </p:nvSpPr>
        <p:spPr>
          <a:xfrm>
            <a:off x="8547916" y="4784876"/>
            <a:ext cx="3308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khả năng ứng dụng trong môi trường thực tế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158DFD-768C-2FAD-9C30-5443BCAF3591}"/>
              </a:ext>
            </a:extLst>
          </p:cNvPr>
          <p:cNvSpPr txBox="1"/>
          <p:nvPr/>
        </p:nvSpPr>
        <p:spPr>
          <a:xfrm>
            <a:off x="6849448" y="5569785"/>
            <a:ext cx="3145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mức độ cá nhân hóa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6F9A31D6-945D-D429-AF9D-5F114D91188E}"/>
              </a:ext>
            </a:extLst>
          </p:cNvPr>
          <p:cNvSpPr/>
          <p:nvPr/>
        </p:nvSpPr>
        <p:spPr>
          <a:xfrm rot="3036874">
            <a:off x="7180830" y="4081028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48BC52E6-7B3B-469A-D8B3-1E92FA3BD86F}"/>
              </a:ext>
            </a:extLst>
          </p:cNvPr>
          <p:cNvSpPr/>
          <p:nvPr/>
        </p:nvSpPr>
        <p:spPr>
          <a:xfrm rot="18563126" flipH="1">
            <a:off x="9224287" y="4081029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C551A2D-0EE7-74D7-1850-C2AB73A5EF52}"/>
              </a:ext>
            </a:extLst>
          </p:cNvPr>
          <p:cNvSpPr/>
          <p:nvPr/>
        </p:nvSpPr>
        <p:spPr>
          <a:xfrm flipH="1">
            <a:off x="8234169" y="4160350"/>
            <a:ext cx="313747" cy="1398621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3339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181C05-4A38-EF8E-D69F-EF634B70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063E6E06-1AC9-C113-FFD5-D70A98881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5633E5C-6907-42C1-2F8F-23FE09DAB518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realtime</a:t>
            </a:r>
            <a:endParaRPr lang="en-US" sz="3200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7D089376-C3B8-937F-B760-7FD0C6471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281066"/>
            <a:ext cx="7267848" cy="2432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734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Triển khai </a:t>
            </a:r>
          </a:p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quá trình </a:t>
            </a:r>
          </a:p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sinh phản hồi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65FC9F-84B6-80BA-E6E0-68C6324F2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316" y="1012210"/>
            <a:ext cx="6780700" cy="483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6151A2-9175-0E13-3747-A2DC1CD28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EAF07150-BE70-BA04-2E37-C052F8581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6667EEA7-39DC-797D-835A-955217BFBC10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Triển khai chức năng</a:t>
            </a:r>
          </a:p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cài đặt</a:t>
            </a:r>
          </a:p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tùy chọn</a:t>
            </a:r>
          </a:p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luồng chat</a:t>
            </a:r>
          </a:p>
        </p:txBody>
      </p:sp>
      <p:pic>
        <p:nvPicPr>
          <p:cNvPr id="5" name="Picture 4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3C458FF0-0405-821A-DB39-4420BA2E6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644105"/>
            <a:ext cx="7269455" cy="135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732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2FBDC6-72AA-9E66-BC03-7C2A4E3A9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E41D787E-6965-A249-43E8-8275A77C2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13C6BBD6-C034-E4DB-E9C0-D82DD7ABCBC6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Triển khai chức</a:t>
            </a:r>
            <a:r>
              <a:rPr lang="en-US" sz="3200">
                <a:solidFill>
                  <a:schemeClr val="bg1"/>
                </a:solidFill>
              </a:rPr>
              <a:t> năng đánh giá phản hồi</a:t>
            </a:r>
            <a:endParaRPr lang="en-US" sz="32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E59624-E7A8-0F72-AE63-CD3C44538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991" y="398964"/>
            <a:ext cx="7216219" cy="89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306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79F7E-C904-9E02-2E57-BF3F5364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24B5A819-9268-DBE5-779B-8568F645A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04A01ECF-0811-9469-0D28-9D6A9E66EB69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Triển khai chức năng khởi</a:t>
            </a:r>
            <a:r>
              <a:rPr lang="en-US" sz="3200">
                <a:solidFill>
                  <a:schemeClr val="bg1"/>
                </a:solidFill>
              </a:rPr>
              <a:t> tạo luồng chat mới</a:t>
            </a:r>
            <a:endParaRPr lang="en-US" sz="32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0917632F-E832-AF86-60F2-FC1F98BE53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86880"/>
            <a:ext cx="7254465" cy="3371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224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C15800-C6FC-DEB7-72B5-A5A343403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0C16C8CD-9B33-86DC-CED8-39C6ADA63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796C4FF-F6B6-A04C-D37C-95C43DA72688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Triển khai </a:t>
            </a:r>
            <a:r>
              <a:rPr lang="en-US" sz="3200">
                <a:solidFill>
                  <a:schemeClr val="bg1"/>
                </a:solidFill>
              </a:rPr>
              <a:t>các chức năng xác thực người dùng</a:t>
            </a:r>
            <a:endParaRPr lang="en-US" sz="32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ABE13A-35F6-A159-E945-D5E68B7F2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4033" y="1574019"/>
            <a:ext cx="7258677" cy="850768"/>
          </a:xfrm>
          <a:prstGeom prst="rect">
            <a:avLst/>
          </a:prstGeom>
        </p:spPr>
      </p:pic>
      <p:pic>
        <p:nvPicPr>
          <p:cNvPr id="6" name="Picture 5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CD0A0461-684F-D6AD-58C3-D0A4295B21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4034" y="202052"/>
            <a:ext cx="7258676" cy="1042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911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A16C-21A7-F245-2803-D5F851D4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9780-E419-4614-7EE7-4F5A8344D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41CE4-71E2-40A1-0E9C-AC2C8BB817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8258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Giao diện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D7A51-1101-60C2-92A2-A01F03D4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40" y="709449"/>
            <a:ext cx="11650120" cy="5880537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5EBF961F-793E-7919-160D-466A205FEEA5}"/>
              </a:ext>
            </a:extLst>
          </p:cNvPr>
          <p:cNvSpPr/>
          <p:nvPr/>
        </p:nvSpPr>
        <p:spPr>
          <a:xfrm rot="7867294">
            <a:off x="4629807" y="3422721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F67B46-5FD8-2728-25DB-A3A5E6156BEF}"/>
              </a:ext>
            </a:extLst>
          </p:cNvPr>
          <p:cNvSpPr txBox="1"/>
          <p:nvPr/>
        </p:nvSpPr>
        <p:spPr>
          <a:xfrm>
            <a:off x="4487867" y="2587888"/>
            <a:ext cx="16081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 hoặc tên đăng nhập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CBAA643-CCBA-E319-C45A-723598B6E225}"/>
              </a:ext>
            </a:extLst>
          </p:cNvPr>
          <p:cNvSpPr/>
          <p:nvPr/>
        </p:nvSpPr>
        <p:spPr>
          <a:xfrm rot="12857874">
            <a:off x="4613025" y="457120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0C0FC6-1FD5-3EDE-3B31-3659A0010DF0}"/>
              </a:ext>
            </a:extLst>
          </p:cNvPr>
          <p:cNvSpPr txBox="1"/>
          <p:nvPr/>
        </p:nvSpPr>
        <p:spPr>
          <a:xfrm>
            <a:off x="4373831" y="4879544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Mật khẩu</a:t>
            </a:r>
          </a:p>
        </p:txBody>
      </p:sp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người dùng khi đăng nhập thành công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8A9484-6FE5-30D4-E3C9-5AE960C52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5" y="709449"/>
            <a:ext cx="11682248" cy="5986511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2A83E3-C7A4-3151-6305-9900533ABC7B}"/>
              </a:ext>
            </a:extLst>
          </p:cNvPr>
          <p:cNvSpPr/>
          <p:nvPr/>
        </p:nvSpPr>
        <p:spPr>
          <a:xfrm rot="16200000">
            <a:off x="321085" y="130509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96B292-FDF5-9CA1-E5AC-7699320CB385}"/>
              </a:ext>
            </a:extLst>
          </p:cNvPr>
          <p:cNvSpPr txBox="1"/>
          <p:nvPr/>
        </p:nvSpPr>
        <p:spPr>
          <a:xfrm>
            <a:off x="144517" y="1680668"/>
            <a:ext cx="13873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 sách luồng chat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8B94B56-2ACB-AB1A-6D3E-3E9B9D744802}"/>
              </a:ext>
            </a:extLst>
          </p:cNvPr>
          <p:cNvSpPr/>
          <p:nvPr/>
        </p:nvSpPr>
        <p:spPr>
          <a:xfrm rot="10800000">
            <a:off x="1101708" y="88763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995A5-AFF4-F867-F825-0D1222E79A36}"/>
              </a:ext>
            </a:extLst>
          </p:cNvPr>
          <p:cNvSpPr txBox="1"/>
          <p:nvPr/>
        </p:nvSpPr>
        <p:spPr>
          <a:xfrm>
            <a:off x="1485480" y="786461"/>
            <a:ext cx="3197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 khởi tạo luồng chat mới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C139C90-3A23-80E5-791D-DDE43BB8C30F}"/>
              </a:ext>
            </a:extLst>
          </p:cNvPr>
          <p:cNvSpPr/>
          <p:nvPr/>
        </p:nvSpPr>
        <p:spPr>
          <a:xfrm rot="19135893">
            <a:off x="10839668" y="118777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C5FF2-CB05-2489-D19E-17B705BB411F}"/>
              </a:ext>
            </a:extLst>
          </p:cNvPr>
          <p:cNvSpPr txBox="1"/>
          <p:nvPr/>
        </p:nvSpPr>
        <p:spPr>
          <a:xfrm>
            <a:off x="9434286" y="1326725"/>
            <a:ext cx="1510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theme sáng/tối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A9F55F-BDA1-9FFB-64F7-03DAD6164F12}"/>
              </a:ext>
            </a:extLst>
          </p:cNvPr>
          <p:cNvSpPr/>
          <p:nvPr/>
        </p:nvSpPr>
        <p:spPr>
          <a:xfrm rot="16200000">
            <a:off x="11395593" y="140122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15FAD5-9CB3-D456-CEF0-074B40BE01CF}"/>
              </a:ext>
            </a:extLst>
          </p:cNvPr>
          <p:cNvSpPr txBox="1"/>
          <p:nvPr/>
        </p:nvSpPr>
        <p:spPr>
          <a:xfrm>
            <a:off x="10393478" y="1880722"/>
            <a:ext cx="1510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người dùng &amp; đăng xuất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767A20-D5CC-4385-848F-92A4135EF1A6}"/>
              </a:ext>
            </a:extLst>
          </p:cNvPr>
          <p:cNvSpPr/>
          <p:nvPr/>
        </p:nvSpPr>
        <p:spPr>
          <a:xfrm>
            <a:off x="2859314" y="3730171"/>
            <a:ext cx="6458857" cy="109322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33F2C8-299F-D79C-DA9E-BCF11E1E628A}"/>
              </a:ext>
            </a:extLst>
          </p:cNvPr>
          <p:cNvSpPr txBox="1"/>
          <p:nvPr/>
        </p:nvSpPr>
        <p:spPr>
          <a:xfrm>
            <a:off x="5259271" y="5251844"/>
            <a:ext cx="16589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Khu vực để người dùng nhập câu hỏi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58273C0-FD44-1AE1-D33F-E395B0CCCF46}"/>
              </a:ext>
            </a:extLst>
          </p:cNvPr>
          <p:cNvSpPr/>
          <p:nvPr/>
        </p:nvSpPr>
        <p:spPr>
          <a:xfrm rot="16200000">
            <a:off x="5873654" y="497289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Nhập câu hỏi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0A5FFA-3B86-20B9-18C5-DC668B464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34" y="709449"/>
            <a:ext cx="11517332" cy="578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Hiển thị phản hồi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B1341B-EDD9-5826-FC1C-D404C329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97"/>
          <a:stretch>
            <a:fillRect/>
          </a:stretch>
        </p:blipFill>
        <p:spPr>
          <a:xfrm>
            <a:off x="1918843" y="709449"/>
            <a:ext cx="8354314" cy="6019908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9DC3627-DE3C-DCC6-3E3E-135157A4D6BE}"/>
              </a:ext>
            </a:extLst>
          </p:cNvPr>
          <p:cNvSpPr/>
          <p:nvPr/>
        </p:nvSpPr>
        <p:spPr>
          <a:xfrm rot="9109575">
            <a:off x="8014451" y="194687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56E20A-1AED-1725-0CD9-A4B3E307D225}"/>
              </a:ext>
            </a:extLst>
          </p:cNvPr>
          <p:cNvSpPr txBox="1"/>
          <p:nvPr/>
        </p:nvSpPr>
        <p:spPr>
          <a:xfrm>
            <a:off x="8566275" y="1664911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3FBEBB0-27E4-82D7-702D-DE3B3B3FAF27}"/>
              </a:ext>
            </a:extLst>
          </p:cNvPr>
          <p:cNvSpPr/>
          <p:nvPr/>
        </p:nvSpPr>
        <p:spPr>
          <a:xfrm>
            <a:off x="4159655" y="113368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589F63-BEC2-25D6-055F-216C101F4FD9}"/>
              </a:ext>
            </a:extLst>
          </p:cNvPr>
          <p:cNvSpPr txBox="1"/>
          <p:nvPr/>
        </p:nvSpPr>
        <p:spPr>
          <a:xfrm>
            <a:off x="2551522" y="882216"/>
            <a:ext cx="16081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 của người dùng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E818B07-0F4F-956A-A67B-B1B6CAEACA52}"/>
              </a:ext>
            </a:extLst>
          </p:cNvPr>
          <p:cNvSpPr/>
          <p:nvPr/>
        </p:nvSpPr>
        <p:spPr>
          <a:xfrm>
            <a:off x="2211390" y="371940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BF5EF-F70D-A20E-0EC1-2BBB1EEC78AB}"/>
              </a:ext>
            </a:extLst>
          </p:cNvPr>
          <p:cNvSpPr txBox="1"/>
          <p:nvPr/>
        </p:nvSpPr>
        <p:spPr>
          <a:xfrm>
            <a:off x="574455" y="3314047"/>
            <a:ext cx="16081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gợi ý câu hỏi tiếp theo</a:t>
            </a:r>
          </a:p>
        </p:txBody>
      </p:sp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Gửi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Đánh giá được cập nhật thành công</a:t>
            </a:r>
          </a:p>
        </p:txBody>
      </p:sp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 – Danh sách tùy chọn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05152-4C54-B83F-149B-34A0F3000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7512"/>
            <a:ext cx="4379991" cy="318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C3CCA4-8612-A984-E265-EBA1DBF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06" y="709449"/>
            <a:ext cx="5344951" cy="5516815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B1D0D64-6886-15F0-1A37-177773D25362}"/>
              </a:ext>
            </a:extLst>
          </p:cNvPr>
          <p:cNvSpPr/>
          <p:nvPr/>
        </p:nvSpPr>
        <p:spPr>
          <a:xfrm>
            <a:off x="5399458" y="3247695"/>
            <a:ext cx="922380" cy="362607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EC4FC1-C177-F7CD-D655-EB946BD1CE45}"/>
              </a:ext>
            </a:extLst>
          </p:cNvPr>
          <p:cNvSpPr/>
          <p:nvPr/>
        </p:nvSpPr>
        <p:spPr>
          <a:xfrm rot="17565351">
            <a:off x="1508340" y="493096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53793-618D-7D05-A301-C4875A6171B6}"/>
              </a:ext>
            </a:extLst>
          </p:cNvPr>
          <p:cNvSpPr txBox="1"/>
          <p:nvPr/>
        </p:nvSpPr>
        <p:spPr>
          <a:xfrm>
            <a:off x="547898" y="5354495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34906-3E08-F933-9FFB-19D87F4C1640}"/>
              </a:ext>
            </a:extLst>
          </p:cNvPr>
          <p:cNvSpPr txBox="1"/>
          <p:nvPr/>
        </p:nvSpPr>
        <p:spPr>
          <a:xfrm>
            <a:off x="8385141" y="2530190"/>
            <a:ext cx="24979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đổi các tùy chọn trong menu này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D6F02F-8EFB-6CAE-6C9C-8D7B686DE2E6}"/>
              </a:ext>
            </a:extLst>
          </p:cNvPr>
          <p:cNvSpPr/>
          <p:nvPr/>
        </p:nvSpPr>
        <p:spPr>
          <a:xfrm>
            <a:off x="6934200" y="1536700"/>
            <a:ext cx="4419600" cy="3734723"/>
          </a:xfrm>
          <a:prstGeom prst="roundRect">
            <a:avLst>
              <a:gd name="adj" fmla="val 3745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BC9AA2F-C5B2-0B33-104B-38FEE492C66C}"/>
              </a:ext>
            </a:extLst>
          </p:cNvPr>
          <p:cNvSpPr/>
          <p:nvPr/>
        </p:nvSpPr>
        <p:spPr>
          <a:xfrm rot="20004230">
            <a:off x="10094461" y="5670237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E3B7C-7AED-1514-EF69-210ED8AB1A32}"/>
              </a:ext>
            </a:extLst>
          </p:cNvPr>
          <p:cNvSpPr txBox="1"/>
          <p:nvPr/>
        </p:nvSpPr>
        <p:spPr>
          <a:xfrm>
            <a:off x="8226442" y="5584786"/>
            <a:ext cx="1898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“Confirm”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58418F6-913B-216B-776A-C028BD980F31}"/>
              </a:ext>
            </a:extLst>
          </p:cNvPr>
          <p:cNvSpPr/>
          <p:nvPr/>
        </p:nvSpPr>
        <p:spPr>
          <a:xfrm>
            <a:off x="1747839" y="432435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với cài đặt tùy chọn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CA446-B112-B192-413A-F3FC27DEF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1" y="709449"/>
            <a:ext cx="7541378" cy="599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83D29-ED0B-AA96-29C7-7858CB03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" y="709449"/>
            <a:ext cx="3958961" cy="2636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4D8F61-0A43-26C2-CB88-5038A2AD3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91" y="4213401"/>
            <a:ext cx="5642998" cy="2077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EDF337-5DEC-D1B0-73A1-DAE9E6AD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947"/>
          <a:stretch>
            <a:fillRect/>
          </a:stretch>
        </p:blipFill>
        <p:spPr>
          <a:xfrm>
            <a:off x="6732050" y="1349958"/>
            <a:ext cx="5099159" cy="41580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0D43366-CC73-4C5A-13B3-A452C6538688}"/>
              </a:ext>
            </a:extLst>
          </p:cNvPr>
          <p:cNvSpPr/>
          <p:nvPr/>
        </p:nvSpPr>
        <p:spPr>
          <a:xfrm rot="17565351">
            <a:off x="3082141" y="1541532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73F4-8F65-0A60-1017-E156D01EEE5C}"/>
              </a:ext>
            </a:extLst>
          </p:cNvPr>
          <p:cNvSpPr txBox="1"/>
          <p:nvPr/>
        </p:nvSpPr>
        <p:spPr>
          <a:xfrm>
            <a:off x="2148098" y="18492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9AADAD-4580-374D-0B15-A337D8E99746}"/>
              </a:ext>
            </a:extLst>
          </p:cNvPr>
          <p:cNvSpPr/>
          <p:nvPr/>
        </p:nvSpPr>
        <p:spPr>
          <a:xfrm rot="2723501">
            <a:off x="4897154" y="518047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649E9-B69D-787E-CC53-C9793CE6C448}"/>
              </a:ext>
            </a:extLst>
          </p:cNvPr>
          <p:cNvSpPr txBox="1"/>
          <p:nvPr/>
        </p:nvSpPr>
        <p:spPr>
          <a:xfrm>
            <a:off x="2988360" y="5051866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“Confirm”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D05D5FA0-37EE-6FF3-314F-9B100CA6656E}"/>
              </a:ext>
            </a:extLst>
          </p:cNvPr>
          <p:cNvSpPr/>
          <p:nvPr/>
        </p:nvSpPr>
        <p:spPr>
          <a:xfrm>
            <a:off x="2726228" y="3452654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372DDF3-82CC-6117-A778-07937D7671F5}"/>
              </a:ext>
            </a:extLst>
          </p:cNvPr>
          <p:cNvSpPr/>
          <p:nvPr/>
        </p:nvSpPr>
        <p:spPr>
          <a:xfrm rot="16200000">
            <a:off x="6362749" y="4214655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253E5D-4AE0-EE44-FBC8-6A0C75ECB6DA}"/>
              </a:ext>
            </a:extLst>
          </p:cNvPr>
          <p:cNvSpPr/>
          <p:nvPr/>
        </p:nvSpPr>
        <p:spPr>
          <a:xfrm>
            <a:off x="3297228" y="934665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Gửi câu hỏi</a:t>
            </a:r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Nhận phản hồi</a:t>
            </a:r>
          </a:p>
        </p:txBody>
      </p:sp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Tạo câu hỏi trắc nghiệm (Tính năng thử nghiệm)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DAC962-3016-D6E0-8F5F-6C2448F74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600" y="642946"/>
            <a:ext cx="7849695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 khỏi hệ thống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BC2247-3942-A877-08E4-555F8B7C4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09449"/>
            <a:ext cx="3019846" cy="1733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1094F-0B8C-9BB9-3083-8C956F7B4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464" y="3485943"/>
            <a:ext cx="2200582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E3C72-41B7-B347-C8BC-5410A1FDF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887" y="860614"/>
            <a:ext cx="7252138" cy="525065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5306262-8DE5-2E96-DF07-AB5B28D47C37}"/>
              </a:ext>
            </a:extLst>
          </p:cNvPr>
          <p:cNvSpPr/>
          <p:nvPr/>
        </p:nvSpPr>
        <p:spPr>
          <a:xfrm rot="17565351">
            <a:off x="3032798" y="13702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23B6C6-34E2-0CAD-79FA-6EA087861FE7}"/>
              </a:ext>
            </a:extLst>
          </p:cNvPr>
          <p:cNvSpPr txBox="1"/>
          <p:nvPr/>
        </p:nvSpPr>
        <p:spPr>
          <a:xfrm>
            <a:off x="2088425" y="15974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CF1B5B-AAC0-E76A-D61C-53B828173266}"/>
              </a:ext>
            </a:extLst>
          </p:cNvPr>
          <p:cNvSpPr/>
          <p:nvPr/>
        </p:nvSpPr>
        <p:spPr>
          <a:xfrm rot="17565351">
            <a:off x="2677405" y="492004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ED80A8-5BDD-DE10-9733-27E409526858}"/>
              </a:ext>
            </a:extLst>
          </p:cNvPr>
          <p:cNvSpPr txBox="1"/>
          <p:nvPr/>
        </p:nvSpPr>
        <p:spPr>
          <a:xfrm>
            <a:off x="1716963" y="5343577"/>
            <a:ext cx="17732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“Logout”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262EE3-2C6D-71CD-00B0-DA7E64242420}"/>
              </a:ext>
            </a:extLst>
          </p:cNvPr>
          <p:cNvSpPr/>
          <p:nvPr/>
        </p:nvSpPr>
        <p:spPr>
          <a:xfrm>
            <a:off x="2714796" y="2717800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9644513-A06B-4C91-5EB1-9A3479650DD8}"/>
              </a:ext>
            </a:extLst>
          </p:cNvPr>
          <p:cNvSpPr/>
          <p:nvPr/>
        </p:nvSpPr>
        <p:spPr>
          <a:xfrm>
            <a:off x="4019333" y="3898900"/>
            <a:ext cx="584200" cy="177800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A2045-4E16-7365-05BC-A2CB00264060}"/>
              </a:ext>
            </a:extLst>
          </p:cNvPr>
          <p:cNvSpPr/>
          <p:nvPr/>
        </p:nvSpPr>
        <p:spPr>
          <a:xfrm>
            <a:off x="3324325" y="80136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90364-0D69-9DC1-4E6C-89B1B232BF2B}"/>
              </a:ext>
            </a:extLst>
          </p:cNvPr>
          <p:cNvSpPr txBox="1"/>
          <p:nvPr/>
        </p:nvSpPr>
        <p:spPr>
          <a:xfrm>
            <a:off x="7177229" y="6262436"/>
            <a:ext cx="2313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đăng nhập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028" y="637762"/>
            <a:ext cx="3519099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i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747</TotalTime>
  <Words>1852</Words>
  <Application>Microsoft Office PowerPoint</Application>
  <PresentationFormat>Widescreen</PresentationFormat>
  <Paragraphs>370</Paragraphs>
  <Slides>46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Times New Roman</vt:lpstr>
      <vt:lpstr>Office Theme</vt:lpstr>
      <vt:lpstr>PowerPoint Presentation</vt:lpstr>
      <vt:lpstr>Cơ sở lý thuyết</vt:lpstr>
      <vt:lpstr>Lược sử sự phát triển của NLP cho đến nay</vt:lpstr>
      <vt:lpstr>PowerPoint Presentation</vt:lpstr>
      <vt:lpstr>Hệ thống RAG</vt:lpstr>
      <vt:lpstr>Phương pháp đề xuất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Quy trình thu thập dữ liệu</vt:lpstr>
      <vt:lpstr>Số liệu về độ dài của tài liệu theo loại (đơn vị từ)</vt:lpstr>
      <vt:lpstr>Quy trình tiền xử lý dữ liệu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Triển khai các chức năng hệ thống</vt:lpstr>
      <vt:lpstr>Triển khai các chức năng hệ thống</vt:lpstr>
      <vt:lpstr>Các chức năng của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Đánh giá được cập nhật thành công</vt:lpstr>
      <vt:lpstr>Cài đặt tùy chọn luồng chat – Danh sách tùy chọn</vt:lpstr>
      <vt:lpstr>Trò chuyện văn bản với cài đặt tùy chọn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47</cp:revision>
  <dcterms:created xsi:type="dcterms:W3CDTF">2025-06-09T12:09:11Z</dcterms:created>
  <dcterms:modified xsi:type="dcterms:W3CDTF">2025-06-11T10:37:25Z</dcterms:modified>
</cp:coreProperties>
</file>