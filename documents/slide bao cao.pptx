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74" r:id="rId3"/>
    <p:sldId id="258" r:id="rId4"/>
    <p:sldId id="259" r:id="rId5"/>
    <p:sldId id="261" r:id="rId6"/>
    <p:sldId id="275" r:id="rId7"/>
    <p:sldId id="263" r:id="rId8"/>
    <p:sldId id="262" r:id="rId9"/>
    <p:sldId id="267" r:id="rId10"/>
    <p:sldId id="276" r:id="rId11"/>
    <p:sldId id="264" r:id="rId12"/>
    <p:sldId id="265" r:id="rId13"/>
    <p:sldId id="278" r:id="rId14"/>
    <p:sldId id="277" r:id="rId15"/>
    <p:sldId id="279" r:id="rId16"/>
    <p:sldId id="266" r:id="rId17"/>
    <p:sldId id="260" r:id="rId18"/>
    <p:sldId id="268" r:id="rId19"/>
    <p:sldId id="280" r:id="rId20"/>
    <p:sldId id="281" r:id="rId21"/>
    <p:sldId id="269" r:id="rId22"/>
    <p:sldId id="270" r:id="rId23"/>
    <p:sldId id="271" r:id="rId24"/>
    <p:sldId id="272" r:id="rId25"/>
    <p:sldId id="273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1818" autoAdjust="0"/>
  </p:normalViewPr>
  <p:slideViewPr>
    <p:cSldViewPr snapToGrid="0">
      <p:cViewPr varScale="1">
        <p:scale>
          <a:sx n="61" d="100"/>
          <a:sy n="61" d="100"/>
        </p:scale>
        <p:origin x="10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Cơ sở lý thuyết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1E782-08A6-0CE5-9172-45FBA2F3ED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86780209-95F1-556A-DA0B-1CC10C2F1ABB}"/>
              </a:ext>
            </a:extLst>
          </p:cNvPr>
          <p:cNvSpPr txBox="1"/>
          <p:nvPr/>
        </p:nvSpPr>
        <p:spPr>
          <a:xfrm>
            <a:off x="639097" y="323850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Tiêu đề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102633-26E8-1DC7-0E27-81B6C268AEBD}"/>
              </a:ext>
            </a:extLst>
          </p:cNvPr>
          <p:cNvSpPr txBox="1"/>
          <p:nvPr/>
        </p:nvSpPr>
        <p:spPr>
          <a:xfrm>
            <a:off x="1585703" y="6038850"/>
            <a:ext cx="6717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Vào khi nào thì cái gì ra đời, để làm gì, có hạn chế gì -&gt; cái tiếp theo</a:t>
            </a:r>
          </a:p>
        </p:txBody>
      </p:sp>
      <p:pic>
        <p:nvPicPr>
          <p:cNvPr id="7" name="Picture 6" descr="A line of colorful circles&#10;&#10;AI-generated content may be incorrect.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29" y="1710087"/>
            <a:ext cx="10327341" cy="343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886" y="-239911"/>
            <a:ext cx="12217771" cy="733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601" y="723293"/>
            <a:ext cx="10642797" cy="541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Phương pháp đề xuất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C84A6B-D148-9944-CF6F-D320F62BC3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1D66FF-4304-786C-2EEE-636842DCC49C}"/>
              </a:ext>
            </a:extLst>
          </p:cNvPr>
          <p:cNvSpPr txBox="1"/>
          <p:nvPr/>
        </p:nvSpPr>
        <p:spPr>
          <a:xfrm>
            <a:off x="823338" y="1951672"/>
            <a:ext cx="35798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500" y="183112"/>
            <a:ext cx="10578999" cy="649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066" y="165538"/>
            <a:ext cx="10477868" cy="6526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79B94-56B6-9D10-6406-8F239DFD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B3D-A879-BF4E-B1BF-066A56A447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Thu thập – tiền xử lý và embedding dữ liệu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44A8A-AE30-7F44-9ACD-471C50672F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47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2383292"/>
            <a:ext cx="5294716" cy="209141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817" y="1939861"/>
            <a:ext cx="5294715" cy="297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480E0-20A5-CDB9-3B05-52665562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F25F04-C544-BBE6-D80B-1BFD95A86C57}"/>
              </a:ext>
            </a:extLst>
          </p:cNvPr>
          <p:cNvSpPr txBox="1"/>
          <p:nvPr/>
        </p:nvSpPr>
        <p:spPr>
          <a:xfrm>
            <a:off x="2571750" y="2667000"/>
            <a:ext cx="5783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embedding data: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 word embedding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sao, Lợi tích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r>
              <a:rPr lang="en-US"/>
              <a:t>các mô hình embedding đề xuất:</a:t>
            </a:r>
          </a:p>
          <a:p>
            <a:pPr marL="285750" indent="-285750">
              <a:buFontTx/>
              <a:buChar char="-"/>
            </a:pPr>
            <a:r>
              <a:rPr lang="en-US"/>
              <a:t>liệt kê các mô hình + kèm thông số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tokenization của model embedding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embedding data</a:t>
            </a:r>
          </a:p>
        </p:txBody>
      </p:sp>
    </p:spTree>
    <p:extLst>
      <p:ext uri="{BB962C8B-B14F-4D97-AF65-F5344CB8AC3E}">
        <p14:creationId xmlns:p14="http://schemas.microsoft.com/office/powerpoint/2010/main" val="2125420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485842"/>
              </p:ext>
            </p:extLst>
          </p:nvPr>
        </p:nvGraphicFramePr>
        <p:xfrm>
          <a:off x="0" y="360354"/>
          <a:ext cx="12192003" cy="613729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86913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82414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08538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55835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513489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080813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826564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161847"/>
              </p:ext>
            </p:extLst>
          </p:nvPr>
        </p:nvGraphicFramePr>
        <p:xfrm>
          <a:off x="0" y="718457"/>
          <a:ext cx="12192000" cy="542108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  <a:endParaRPr lang="en-US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204C1-5F08-5680-957D-395D6D1D7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4BCB41-73FC-CD7C-9D26-CEE00D05CB5B}"/>
              </a:ext>
            </a:extLst>
          </p:cNvPr>
          <p:cNvSpPr txBox="1"/>
          <p:nvPr/>
        </p:nvSpPr>
        <p:spPr>
          <a:xfrm>
            <a:off x="2571750" y="2667000"/>
            <a:ext cx="5783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embedding data: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 word embedding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sao, Lợi tích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r>
              <a:rPr lang="en-US"/>
              <a:t>các mô hình embedding đề xuất:</a:t>
            </a:r>
          </a:p>
          <a:p>
            <a:pPr marL="285750" indent="-285750">
              <a:buFontTx/>
              <a:buChar char="-"/>
            </a:pPr>
            <a:r>
              <a:rPr lang="en-US"/>
              <a:t>liệt kê các mô hình + kèm thông số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tokenization của model embedding</a:t>
            </a:r>
          </a:p>
          <a:p>
            <a:pPr marL="285750" indent="-285750">
              <a:buFontTx/>
              <a:buChar char="-"/>
            </a:pPr>
            <a:r>
              <a:rPr lang="en-US"/>
              <a:t>Đánh giá hiệu quả embedding data</a:t>
            </a:r>
          </a:p>
        </p:txBody>
      </p:sp>
    </p:spTree>
    <p:extLst>
      <p:ext uri="{BB962C8B-B14F-4D97-AF65-F5344CB8AC3E}">
        <p14:creationId xmlns:p14="http://schemas.microsoft.com/office/powerpoint/2010/main" val="661741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0" y="19187"/>
            <a:ext cx="7124700" cy="68196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314DB7-69A9-F154-A588-F0AE61A9D761}"/>
              </a:ext>
            </a:extLst>
          </p:cNvPr>
          <p:cNvSpPr txBox="1"/>
          <p:nvPr/>
        </p:nvSpPr>
        <p:spPr>
          <a:xfrm>
            <a:off x="8020050" y="1200150"/>
            <a:ext cx="37640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90A43-521D-EBF1-DB42-58A8155E1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74895E-D091-B258-553B-368712CF210F}"/>
              </a:ext>
            </a:extLst>
          </p:cNvPr>
          <p:cNvSpPr txBox="1"/>
          <p:nvPr/>
        </p:nvSpPr>
        <p:spPr>
          <a:xfrm>
            <a:off x="2571750" y="2667000"/>
            <a:ext cx="49487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Các LLM để xuất</a:t>
            </a:r>
          </a:p>
          <a:p>
            <a:pPr marL="285750" indent="-285750">
              <a:buFontTx/>
              <a:buChar char="-"/>
            </a:pPr>
            <a:r>
              <a:rPr lang="en-US"/>
              <a:t>Các thông số LLM + kèm giải thích + giới thiệu</a:t>
            </a:r>
          </a:p>
          <a:p>
            <a:pPr marL="285750" indent="-285750">
              <a:buFontTx/>
              <a:buChar char="-"/>
            </a:pPr>
            <a:r>
              <a:rPr lang="en-US"/>
              <a:t>Benmark của các model embedding</a:t>
            </a:r>
          </a:p>
          <a:p>
            <a:pPr marL="285750" indent="-285750">
              <a:buFontTx/>
              <a:buChar char="-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35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630662"/>
              </p:ext>
            </p:extLst>
          </p:nvPr>
        </p:nvGraphicFramePr>
        <p:xfrm>
          <a:off x="0" y="1363244"/>
          <a:ext cx="12192000" cy="413151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606845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60684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60684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1047431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1047431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650060"/>
              </p:ext>
            </p:extLst>
          </p:nvPr>
        </p:nvGraphicFramePr>
        <p:xfrm>
          <a:off x="0" y="1061397"/>
          <a:ext cx="12192000" cy="473520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6937F4-5ACE-ED20-FBFD-987EFC21E860}"/>
              </a:ext>
            </a:extLst>
          </p:cNvPr>
          <p:cNvSpPr txBox="1"/>
          <p:nvPr/>
        </p:nvSpPr>
        <p:spPr>
          <a:xfrm>
            <a:off x="2571750" y="2667000"/>
            <a:ext cx="82559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B43E1-6279-1E12-7C4D-079661226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A9EF1-8662-93B5-1E75-CA2964560939}"/>
              </a:ext>
            </a:extLst>
          </p:cNvPr>
          <p:cNvSpPr txBox="1"/>
          <p:nvPr/>
        </p:nvSpPr>
        <p:spPr>
          <a:xfrm>
            <a:off x="2571750" y="2667000"/>
            <a:ext cx="291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chatbot văn bản</a:t>
            </a:r>
          </a:p>
        </p:txBody>
      </p:sp>
    </p:spTree>
    <p:extLst>
      <p:ext uri="{BB962C8B-B14F-4D97-AF65-F5344CB8AC3E}">
        <p14:creationId xmlns:p14="http://schemas.microsoft.com/office/powerpoint/2010/main" val="540094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0F8F1-2303-4AC4-E099-3DF21445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579DB5-FB17-6D49-7A4D-2B764E003DC2}"/>
              </a:ext>
            </a:extLst>
          </p:cNvPr>
          <p:cNvSpPr txBox="1"/>
          <p:nvPr/>
        </p:nvSpPr>
        <p:spPr>
          <a:xfrm>
            <a:off x="457200" y="1657350"/>
            <a:ext cx="1020324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trò chuyện thời gian thực</a:t>
            </a:r>
          </a:p>
          <a:p>
            <a:r>
              <a:rPr lang="en-US"/>
              <a:t>Giới thiệu về công nghệ TTS-STT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</a:t>
            </a:r>
          </a:p>
          <a:p>
            <a:pPr marL="285750" indent="-285750">
              <a:buFontTx/>
              <a:buChar char="-"/>
            </a:pPr>
            <a:r>
              <a:rPr lang="en-US"/>
              <a:t>Lợi tích</a:t>
            </a:r>
          </a:p>
          <a:p>
            <a:pPr marL="285750" indent="-285750">
              <a:buFontTx/>
              <a:buChar char="-"/>
            </a:pPr>
            <a:r>
              <a:rPr lang="en-US"/>
              <a:t>Lợi tích khi Ứng dụng công nghệ này vào hệ thống chatbot</a:t>
            </a:r>
          </a:p>
          <a:p>
            <a:pPr marL="285750" indent="-285750">
              <a:buFontTx/>
              <a:buChar char="-"/>
            </a:pPr>
            <a:r>
              <a:rPr lang="en-US"/>
              <a:t>Phương pháp triển khai hệ thống (miêu tả hệ thống  hoạt động như thế nào? Cách mà văn bản được</a:t>
            </a:r>
          </a:p>
          <a:p>
            <a:r>
              <a:rPr lang="en-US"/>
              <a:t>Chuyển thành âm thanh và ngược lại. (chi tiết các phần và luồng hoạt động để sau)</a:t>
            </a:r>
          </a:p>
        </p:txBody>
      </p:sp>
    </p:spTree>
    <p:extLst>
      <p:ext uri="{BB962C8B-B14F-4D97-AF65-F5344CB8AC3E}">
        <p14:creationId xmlns:p14="http://schemas.microsoft.com/office/powerpoint/2010/main" val="3712810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FDD86-2554-20C0-3BD8-48C3D0CE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5E1B44-3531-38D8-BE32-5BD8B7E04216}"/>
              </a:ext>
            </a:extLst>
          </p:cNvPr>
          <p:cNvSpPr txBox="1"/>
          <p:nvPr/>
        </p:nvSpPr>
        <p:spPr>
          <a:xfrm>
            <a:off x="457200" y="1657350"/>
            <a:ext cx="59050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Quá trình sinh phản hồi</a:t>
            </a:r>
          </a:p>
          <a:p>
            <a:r>
              <a:rPr lang="en-US"/>
              <a:t>Đề cập đến data được embedding và retrieval như thế nào</a:t>
            </a:r>
          </a:p>
        </p:txBody>
      </p:sp>
    </p:spTree>
    <p:extLst>
      <p:ext uri="{BB962C8B-B14F-4D97-AF65-F5344CB8AC3E}">
        <p14:creationId xmlns:p14="http://schemas.microsoft.com/office/powerpoint/2010/main" val="755535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A16C-21A7-F245-2803-D5F851D4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4825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846</Words>
  <Application>Microsoft Office PowerPoint</Application>
  <PresentationFormat>Widescreen</PresentationFormat>
  <Paragraphs>254</Paragraphs>
  <Slides>25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Times New Roman</vt:lpstr>
      <vt:lpstr>Office Theme</vt:lpstr>
      <vt:lpstr>PowerPoint Presentation</vt:lpstr>
      <vt:lpstr>Cơ sở lý thuyết</vt:lpstr>
      <vt:lpstr>PowerPoint Presentation</vt:lpstr>
      <vt:lpstr>PowerPoint Presentation</vt:lpstr>
      <vt:lpstr>PowerPoint Presentation</vt:lpstr>
      <vt:lpstr>Phương pháp đề xuất</vt:lpstr>
      <vt:lpstr>PowerPoint Presentation</vt:lpstr>
      <vt:lpstr>PowerPoint Presentation</vt:lpstr>
      <vt:lpstr>PowerPoint Presentation</vt:lpstr>
      <vt:lpstr>Thu thập – tiền xử lý và embedding dữ liệu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26</cp:revision>
  <dcterms:created xsi:type="dcterms:W3CDTF">2025-06-09T12:09:11Z</dcterms:created>
  <dcterms:modified xsi:type="dcterms:W3CDTF">2025-06-10T07:25:23Z</dcterms:modified>
</cp:coreProperties>
</file>