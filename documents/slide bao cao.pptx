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74" r:id="rId3"/>
    <p:sldId id="258" r:id="rId4"/>
    <p:sldId id="259" r:id="rId5"/>
    <p:sldId id="261" r:id="rId6"/>
    <p:sldId id="275" r:id="rId7"/>
    <p:sldId id="263" r:id="rId8"/>
    <p:sldId id="262" r:id="rId9"/>
    <p:sldId id="267" r:id="rId10"/>
    <p:sldId id="276" r:id="rId11"/>
    <p:sldId id="264" r:id="rId12"/>
    <p:sldId id="285" r:id="rId13"/>
    <p:sldId id="284" r:id="rId14"/>
    <p:sldId id="260" r:id="rId15"/>
    <p:sldId id="278" r:id="rId16"/>
    <p:sldId id="277" r:id="rId17"/>
    <p:sldId id="279" r:id="rId18"/>
    <p:sldId id="280" r:id="rId19"/>
    <p:sldId id="281" r:id="rId20"/>
    <p:sldId id="286" r:id="rId21"/>
    <p:sldId id="269" r:id="rId22"/>
    <p:sldId id="270" r:id="rId23"/>
    <p:sldId id="271" r:id="rId24"/>
    <p:sldId id="282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1818" autoAdjust="0"/>
  </p:normalViewPr>
  <p:slideViewPr>
    <p:cSldViewPr snapToGrid="0">
      <p:cViewPr varScale="1">
        <p:scale>
          <a:sx n="61" d="100"/>
          <a:sy n="61" d="100"/>
        </p:scale>
        <p:origin x="2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9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Các công nghệ STT + TTS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461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17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Quá trình sinh phản hồi</a:t>
            </a:r>
          </a:p>
          <a:p>
            <a:r>
              <a:rPr lang="en-US"/>
              <a:t>Đề cập đến data được embedding và retrieval như thế nào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359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Cơ sở lý thuyết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E782-08A6-0CE5-9172-45FBA2F3E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58">
            <a:extLst>
              <a:ext uri="{FF2B5EF4-FFF2-40B4-BE49-F238E27FC236}">
                <a16:creationId xmlns:a16="http://schemas.microsoft.com/office/drawing/2014/main" id="{3A102633-26E8-1DC7-0E27-81B6C268AEBD}"/>
              </a:ext>
            </a:extLst>
          </p:cNvPr>
          <p:cNvSpPr txBox="1"/>
          <p:nvPr/>
        </p:nvSpPr>
        <p:spPr>
          <a:xfrm>
            <a:off x="1585703" y="6038850"/>
            <a:ext cx="6717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Vào khi nào thì cái gì ra đời, để làm gì, có hạn chế gì -&gt; cái tiếp theo</a:t>
            </a:r>
          </a:p>
        </p:txBody>
      </p:sp>
      <p:pic>
        <p:nvPicPr>
          <p:cNvPr id="7" name="Picture 6" descr="A line of colorful circles&#10;&#10;AI-generated content may be incorrect.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459" y="1710087"/>
            <a:ext cx="10327341" cy="34378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18994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886" y="-239911"/>
            <a:ext cx="12217771" cy="73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11" y="1321309"/>
            <a:ext cx="10024778" cy="50971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6184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Phương pháp đề xuất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84A6B-D148-9944-CF6F-D320F62BC3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1D66FF-4304-786C-2EEE-636842DCC49C}"/>
              </a:ext>
            </a:extLst>
          </p:cNvPr>
          <p:cNvSpPr txBox="1"/>
          <p:nvPr/>
        </p:nvSpPr>
        <p:spPr>
          <a:xfrm>
            <a:off x="823338" y="1951672"/>
            <a:ext cx="35798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393" y="930167"/>
            <a:ext cx="9337212" cy="572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801524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113516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896163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79B94-56B6-9D10-6406-8F239DFD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B3D-A879-BF4E-B1BF-066A56A447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Thu thập – tiền xử lý và embedding dữ liệu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44A8A-AE30-7F44-9ACD-471C50672F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47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42806"/>
            <a:ext cx="10905066" cy="430750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887" y="1690688"/>
            <a:ext cx="9420225" cy="46672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(đơn vị từ)</a:t>
            </a:r>
          </a:p>
        </p:txBody>
      </p:sp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798785" y="2183524"/>
            <a:ext cx="10594430" cy="467447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0" y="1240255"/>
            <a:ext cx="5849007" cy="55985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314DB7-69A9-F154-A588-F0AE61A9D761}"/>
              </a:ext>
            </a:extLst>
          </p:cNvPr>
          <p:cNvSpPr txBox="1"/>
          <p:nvPr/>
        </p:nvSpPr>
        <p:spPr>
          <a:xfrm>
            <a:off x="7862395" y="1690688"/>
            <a:ext cx="1110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We là gì?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81728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6116"/>
          </a:xfrm>
        </p:spPr>
        <p:txBody>
          <a:bodyPr>
            <a:normAutofit/>
          </a:bodyPr>
          <a:lstStyle/>
          <a:p>
            <a:pPr algn="ctr"/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445861"/>
              </p:ext>
            </p:extLst>
          </p:nvPr>
        </p:nvGraphicFramePr>
        <p:xfrm>
          <a:off x="0" y="1166648"/>
          <a:ext cx="12192000" cy="542108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1523"/>
          </a:xfrm>
        </p:spPr>
        <p:txBody>
          <a:bodyPr>
            <a:normAutofit/>
          </a:bodyPr>
          <a:lstStyle/>
          <a:p>
            <a:pPr algn="ctr"/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630662"/>
              </p:ext>
            </p:extLst>
          </p:nvPr>
        </p:nvGraphicFramePr>
        <p:xfrm>
          <a:off x="0" y="1363244"/>
          <a:ext cx="12192000" cy="413151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60684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1047431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1047431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8119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06663"/>
              </p:ext>
            </p:extLst>
          </p:nvPr>
        </p:nvGraphicFramePr>
        <p:xfrm>
          <a:off x="0" y="1597425"/>
          <a:ext cx="12192000" cy="473520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26134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32300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Triển khai các chức năng</a:t>
            </a:r>
            <a:br>
              <a:rPr lang="en-US"/>
            </a:br>
            <a:r>
              <a:rPr lang="en-US"/>
              <a:t>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DF1506-A9B8-E72A-C967-A11CD70E3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Các chức năng của hệ thống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43E1-6279-1E12-7C4D-079661226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A9EF1-8662-93B5-1E75-CA2964560939}"/>
              </a:ext>
            </a:extLst>
          </p:cNvPr>
          <p:cNvSpPr txBox="1"/>
          <p:nvPr/>
        </p:nvSpPr>
        <p:spPr>
          <a:xfrm>
            <a:off x="2571750" y="2667000"/>
            <a:ext cx="291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chatbot văn bản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087CA8-E14A-1356-A4B6-5F8ED9D8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992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Chức năng chat text</a:t>
            </a:r>
          </a:p>
        </p:txBody>
      </p:sp>
    </p:spTree>
    <p:extLst>
      <p:ext uri="{BB962C8B-B14F-4D97-AF65-F5344CB8AC3E}">
        <p14:creationId xmlns:p14="http://schemas.microsoft.com/office/powerpoint/2010/main" val="540094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0F8F1-2303-4AC4-E099-3DF21445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9DB5-FB17-6D49-7A4D-2B764E003DC2}"/>
              </a:ext>
            </a:extLst>
          </p:cNvPr>
          <p:cNvSpPr txBox="1"/>
          <p:nvPr/>
        </p:nvSpPr>
        <p:spPr>
          <a:xfrm>
            <a:off x="457200" y="1657350"/>
            <a:ext cx="1020324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trò chuyện thời gian thực</a:t>
            </a:r>
          </a:p>
          <a:p>
            <a:r>
              <a:rPr lang="en-US"/>
              <a:t>Giới thiệu về công nghệ TTS-STT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Lợi tích</a:t>
            </a:r>
          </a:p>
          <a:p>
            <a:pPr marL="285750" indent="-285750">
              <a:buFontTx/>
              <a:buChar char="-"/>
            </a:pPr>
            <a:r>
              <a:rPr lang="en-US"/>
              <a:t>Lợi tích khi Ứng dụng công nghệ này vào hệ thống chatbot</a:t>
            </a:r>
          </a:p>
          <a:p>
            <a:pPr marL="285750" indent="-285750">
              <a:buFontTx/>
              <a:buChar char="-"/>
            </a:pPr>
            <a:r>
              <a:rPr lang="en-US"/>
              <a:t>Phương pháp triển khai hệ thống (miêu tả hệ thống  hoạt động như thế nào? Cách mà văn bản được</a:t>
            </a:r>
          </a:p>
          <a:p>
            <a:r>
              <a:rPr lang="en-US"/>
              <a:t>Chuyển thành âm thanh và ngược lại. (chi tiết các phần và luồng hoạt động để sau)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C92F1-4C2D-E55D-B904-EA2F2A5C2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054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Chức năng chat realtime</a:t>
            </a:r>
          </a:p>
        </p:txBody>
      </p:sp>
    </p:spTree>
    <p:extLst>
      <p:ext uri="{BB962C8B-B14F-4D97-AF65-F5344CB8AC3E}">
        <p14:creationId xmlns:p14="http://schemas.microsoft.com/office/powerpoint/2010/main" val="3712810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E855080E-8192-0E55-3FCE-1C7B8C781730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9611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Chức năng chat realtime</a:t>
            </a:r>
          </a:p>
        </p:txBody>
      </p:sp>
    </p:spTree>
    <p:extLst>
      <p:ext uri="{BB962C8B-B14F-4D97-AF65-F5344CB8AC3E}">
        <p14:creationId xmlns:p14="http://schemas.microsoft.com/office/powerpoint/2010/main" val="1594222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FDD86-2554-20C0-3BD8-48C3D0CE3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286B778-7B01-6C20-DF80-D15E93F8E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Quá trình sinh phản hồi</a:t>
            </a:r>
          </a:p>
        </p:txBody>
      </p:sp>
    </p:spTree>
    <p:extLst>
      <p:ext uri="{BB962C8B-B14F-4D97-AF65-F5344CB8AC3E}">
        <p14:creationId xmlns:p14="http://schemas.microsoft.com/office/powerpoint/2010/main" val="7555351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A16C-21A7-F245-2803-D5F851D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9780-E419-4614-7EE7-4F5A8344D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41CE4-71E2-40A1-0E9C-AC2C8BB817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825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902</Words>
  <Application>Microsoft Office PowerPoint</Application>
  <PresentationFormat>Widescreen</PresentationFormat>
  <Paragraphs>263</Paragraphs>
  <Slides>26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Times New Roman</vt:lpstr>
      <vt:lpstr>Office Theme</vt:lpstr>
      <vt:lpstr>PowerPoint Presentation</vt:lpstr>
      <vt:lpstr>Cơ sở lý thuyết</vt:lpstr>
      <vt:lpstr>Lược sử sự phát triển của NLP cho đến nay</vt:lpstr>
      <vt:lpstr>PowerPoint Presentation</vt:lpstr>
      <vt:lpstr>Hệ thống RAG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Thu thập – tiền xử lý và embedding dữ liệu</vt:lpstr>
      <vt:lpstr>Quy trình thu thập dữ liệu</vt:lpstr>
      <vt:lpstr>Số liệu về độ dài của tài liệu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Triển khai các chức năng hệ thống</vt:lpstr>
      <vt:lpstr>Các chức năng của hệ thống</vt:lpstr>
      <vt:lpstr>Chức năng chat text</vt:lpstr>
      <vt:lpstr>Chức năng chat realtime</vt:lpstr>
      <vt:lpstr>PowerPoint Presentation</vt:lpstr>
      <vt:lpstr>Quá trình sinh phản hồi</vt:lpstr>
      <vt:lpstr>Kết quả triển khai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32</cp:revision>
  <dcterms:created xsi:type="dcterms:W3CDTF">2025-06-09T12:09:11Z</dcterms:created>
  <dcterms:modified xsi:type="dcterms:W3CDTF">2025-06-10T10:26:51Z</dcterms:modified>
</cp:coreProperties>
</file>