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74" r:id="rId3"/>
    <p:sldId id="258" r:id="rId4"/>
    <p:sldId id="259" r:id="rId5"/>
    <p:sldId id="261" r:id="rId6"/>
    <p:sldId id="275" r:id="rId7"/>
    <p:sldId id="263" r:id="rId8"/>
    <p:sldId id="262" r:id="rId9"/>
    <p:sldId id="267" r:id="rId10"/>
    <p:sldId id="276" r:id="rId11"/>
    <p:sldId id="264" r:id="rId12"/>
    <p:sldId id="285" r:id="rId13"/>
    <p:sldId id="284" r:id="rId14"/>
    <p:sldId id="260" r:id="rId15"/>
    <p:sldId id="278" r:id="rId16"/>
    <p:sldId id="277" r:id="rId17"/>
    <p:sldId id="279" r:id="rId18"/>
    <p:sldId id="280" r:id="rId19"/>
    <p:sldId id="281" r:id="rId20"/>
    <p:sldId id="286" r:id="rId21"/>
    <p:sldId id="269" r:id="rId22"/>
    <p:sldId id="270" r:id="rId23"/>
    <p:sldId id="271" r:id="rId24"/>
    <p:sldId id="282" r:id="rId25"/>
    <p:sldId id="307" r:id="rId26"/>
    <p:sldId id="308" r:id="rId27"/>
    <p:sldId id="309" r:id="rId28"/>
    <p:sldId id="310" r:id="rId29"/>
    <p:sldId id="311" r:id="rId30"/>
    <p:sldId id="312" r:id="rId31"/>
    <p:sldId id="273" r:id="rId32"/>
    <p:sldId id="287" r:id="rId33"/>
    <p:sldId id="293" r:id="rId34"/>
    <p:sldId id="294" r:id="rId35"/>
    <p:sldId id="295" r:id="rId36"/>
    <p:sldId id="296" r:id="rId37"/>
    <p:sldId id="297" r:id="rId38"/>
    <p:sldId id="298" r:id="rId39"/>
    <p:sldId id="301" r:id="rId40"/>
    <p:sldId id="302" r:id="rId41"/>
    <p:sldId id="303" r:id="rId42"/>
    <p:sldId id="299" r:id="rId43"/>
    <p:sldId id="300" r:id="rId44"/>
    <p:sldId id="304" r:id="rId45"/>
    <p:sldId id="305" r:id="rId46"/>
    <p:sldId id="30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1818" autoAdjust="0"/>
  </p:normalViewPr>
  <p:slideViewPr>
    <p:cSldViewPr snapToGrid="0">
      <p:cViewPr>
        <p:scale>
          <a:sx n="33" d="100"/>
          <a:sy n="33" d="100"/>
        </p:scale>
        <p:origin x="2178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chức năng của hệ thống:</a:t>
            </a:r>
          </a:p>
          <a:p>
            <a:r>
              <a:rPr lang="en-US"/>
              <a:t>- Các chức năng đưuọc triển khai cho hệ thống (text chat, voice realtime.., exam…)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99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Chức năng chatbot văn bản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609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Các công nghệ STT + TTS</a:t>
            </a:r>
          </a:p>
          <a:p>
            <a:endParaRPr lang="en-US"/>
          </a:p>
          <a:p>
            <a:r>
              <a:rPr lang="en-US"/>
              <a:t>Chức năng trò chuyện thời gian thực</a:t>
            </a:r>
          </a:p>
          <a:p>
            <a:r>
              <a:rPr lang="en-US"/>
              <a:t>Giới thiệu về công nghệ TTS-STT</a:t>
            </a:r>
          </a:p>
          <a:p>
            <a:pPr marL="285750" indent="-285750">
              <a:buFontTx/>
              <a:buChar char="-"/>
            </a:pPr>
            <a:r>
              <a:rPr lang="en-US"/>
              <a:t>giới thiệu</a:t>
            </a:r>
          </a:p>
          <a:p>
            <a:pPr marL="285750" indent="-285750">
              <a:buFontTx/>
              <a:buChar char="-"/>
            </a:pPr>
            <a:r>
              <a:rPr lang="en-US"/>
              <a:t>Lợi tích</a:t>
            </a:r>
          </a:p>
          <a:p>
            <a:pPr marL="285750" indent="-285750">
              <a:buFontTx/>
              <a:buChar char="-"/>
            </a:pPr>
            <a:r>
              <a:rPr lang="en-US"/>
              <a:t>Lợi tích khi Ứng dụng công nghệ này vào hệ thống chatbot</a:t>
            </a:r>
          </a:p>
          <a:p>
            <a:pPr marL="285750" indent="-285750">
              <a:buFontTx/>
              <a:buChar char="-"/>
            </a:pPr>
            <a:r>
              <a:rPr lang="en-US"/>
              <a:t>Phương pháp triển khai hệ thống (miêu tả hệ thống  hoạt động như thế nào? Cách mà văn bản được</a:t>
            </a:r>
          </a:p>
          <a:p>
            <a:r>
              <a:rPr lang="en-US"/>
              <a:t>Chuyển thành âm thanh và ngược lại. (chi tiết các phần và luồng hoạt động để sau)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461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9172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5978C-7178-194D-15DF-517B9915E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B2E24E-C5C2-A682-89E5-1BF9378470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5CBB4D-A133-9F3F-EDAD-F02E4BF1F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6B947-97F3-230A-11C0-1402D774A2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5296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DB34-6F99-E51F-AFDC-9EA021FB5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2DAA50-6BAE-E1C7-F44C-77CA6D867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D0D49-7E44-1BEE-1711-CA72EF7D4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F3D88-70DF-B6D4-E096-47476FA7E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81060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788C-91B2-F526-D28A-0B215420C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6E1671-5AE4-1A41-368F-8BEB8BAAD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612471-9241-BBFE-D37A-D80C93693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EB230-8C96-3CF2-B6E6-EF3AD498F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8786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5E318-6297-FC57-14D9-93A5F2A9F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230AA8-B490-0C76-E059-D5585E789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904C7C-D217-EDD2-9099-B1C6BAE90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40993B-7D5E-15E5-E83B-BC41753E8F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7084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22785-F01D-5C21-C9AA-C0E2792FA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9A9226-6E29-CF2A-AD53-C9402729F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54D755-D8DE-4B78-8CDE-39A38616B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24125-D907-C15E-D86E-1EB6C0558F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55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Cơ sở lý thuyết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B1E782-08A6-0CE5-9172-45FBA2F3ED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58">
            <a:extLst>
              <a:ext uri="{FF2B5EF4-FFF2-40B4-BE49-F238E27FC236}">
                <a16:creationId xmlns:a16="http://schemas.microsoft.com/office/drawing/2014/main" id="{3A102633-26E8-1DC7-0E27-81B6C268AEBD}"/>
              </a:ext>
            </a:extLst>
          </p:cNvPr>
          <p:cNvSpPr txBox="1"/>
          <p:nvPr/>
        </p:nvSpPr>
        <p:spPr>
          <a:xfrm>
            <a:off x="1585703" y="6038850"/>
            <a:ext cx="6717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Vào khi nào thì cái gì ra đời, để làm gì, có hạn chế gì -&gt; cái tiếp theo</a:t>
            </a:r>
          </a:p>
        </p:txBody>
      </p:sp>
      <p:pic>
        <p:nvPicPr>
          <p:cNvPr id="7" name="Picture 6" descr="A line of colorful circles&#10;&#10;AI-generated content may be incorrect.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459" y="1710087"/>
            <a:ext cx="10327341" cy="34378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18994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886" y="-239911"/>
            <a:ext cx="12217771" cy="733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11" y="1321309"/>
            <a:ext cx="10024778" cy="50971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6184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Phương pháp đề xuất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C84A6B-D148-9944-CF6F-D320F62BC3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1D66FF-4304-786C-2EEE-636842DCC49C}"/>
              </a:ext>
            </a:extLst>
          </p:cNvPr>
          <p:cNvSpPr txBox="1"/>
          <p:nvPr/>
        </p:nvSpPr>
        <p:spPr>
          <a:xfrm>
            <a:off x="823338" y="1951672"/>
            <a:ext cx="35798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Phát biểu và 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393" y="930167"/>
            <a:ext cx="9337212" cy="57297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801524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113516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896163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79B94-56B6-9D10-6406-8F239DFD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B3D-A879-BF4E-B1BF-066A56A447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Thu thập – tiền xử lý và embedding dữ liệu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44A8A-AE30-7F44-9ACD-471C50672F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47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42806"/>
            <a:ext cx="10905066" cy="430750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38" y="1777398"/>
            <a:ext cx="7518614" cy="3725097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(đơn vị từ)</a:t>
            </a:r>
          </a:p>
        </p:txBody>
      </p:sp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759370" y="1690688"/>
            <a:ext cx="10594430" cy="4674476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0" y="1240255"/>
            <a:ext cx="5849007" cy="55985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095999" y="1534885"/>
            <a:ext cx="5849007" cy="495798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 là kỹ thuật ánh xạ từ sang một vector số. Mỗi chiều của vector tương ứng với một thuộc tính ngữ nghĩa.</a:t>
            </a:r>
          </a:p>
          <a:p>
            <a:pPr algn="ctr"/>
            <a:endParaRPr lang="en-US" sz="2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 giúp máy tính hiểu được từ dưới dạng số liệu có ý nghĩa -&gt; Là bước đệm quan trọng khi thực thi các tác vụ NLP.</a:t>
            </a:r>
          </a:p>
        </p:txBody>
      </p:sp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817289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633"/>
          </a:xfrm>
        </p:spPr>
        <p:txBody>
          <a:bodyPr>
            <a:normAutofit/>
          </a:bodyPr>
          <a:lstStyle/>
          <a:p>
            <a:pPr algn="ctr"/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05573"/>
              </p:ext>
            </p:extLst>
          </p:nvPr>
        </p:nvGraphicFramePr>
        <p:xfrm>
          <a:off x="207579" y="1923394"/>
          <a:ext cx="11776841" cy="4794079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56338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20503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1523"/>
          </a:xfrm>
        </p:spPr>
        <p:txBody>
          <a:bodyPr>
            <a:normAutofit/>
          </a:bodyPr>
          <a:lstStyle/>
          <a:p>
            <a:pPr algn="ctr"/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8119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475289"/>
              </p:ext>
            </p:extLst>
          </p:nvPr>
        </p:nvGraphicFramePr>
        <p:xfrm>
          <a:off x="128752" y="1797268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32300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Triển khai các chức năng</a:t>
            </a:r>
            <a:br>
              <a:rPr lang="en-US"/>
            </a:br>
            <a:r>
              <a:rPr lang="en-US"/>
              <a:t>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71E94-CE27-F948-46F8-8AEFD8B5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DF1506-A9B8-E72A-C967-A11CD70E3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669" y="1247078"/>
            <a:ext cx="3311720" cy="4363844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của hệ thống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AB956-248D-4469-5257-C9731AE3A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trò chuyện mới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trò chuyện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376D5B-277F-09D7-AA5E-69FEF8D50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</p:spTree>
    <p:extLst>
      <p:ext uri="{BB962C8B-B14F-4D97-AF65-F5344CB8AC3E}">
        <p14:creationId xmlns:p14="http://schemas.microsoft.com/office/powerpoint/2010/main" val="1391973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B43E1-6279-1E12-7C4D-079661226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A9EF1-8662-93B5-1E75-CA2964560939}"/>
              </a:ext>
            </a:extLst>
          </p:cNvPr>
          <p:cNvSpPr txBox="1"/>
          <p:nvPr/>
        </p:nvSpPr>
        <p:spPr>
          <a:xfrm>
            <a:off x="2114550" y="2651234"/>
            <a:ext cx="291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Chức năng chatbot văn bản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087CA8-E14A-1356-A4B6-5F8ED9D8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9992"/>
          </a:xfrm>
        </p:spPr>
        <p:txBody>
          <a:bodyPr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text</a:t>
            </a:r>
          </a:p>
        </p:txBody>
      </p:sp>
    </p:spTree>
    <p:extLst>
      <p:ext uri="{BB962C8B-B14F-4D97-AF65-F5344CB8AC3E}">
        <p14:creationId xmlns:p14="http://schemas.microsoft.com/office/powerpoint/2010/main" val="540094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0F8F1-2303-4AC4-E099-3DF21445E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4C92F1-4C2D-E55D-B904-EA2F2A5C2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7370" y="640615"/>
            <a:ext cx="2899568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Triển khai</a:t>
            </a:r>
            <a:b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chức năng chat realtime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391FD-65F4-FE74-985B-6D67B80A4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2535" y="128953"/>
            <a:ext cx="7539465" cy="101761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8" name="Picture 7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2BC61E11-846A-0074-2ED7-862FF6D16F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7028" y="1146570"/>
            <a:ext cx="5312231" cy="278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810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E855080E-8192-0E55-3FCE-1C7B8C78173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7373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realtime</a:t>
            </a:r>
          </a:p>
        </p:txBody>
      </p:sp>
    </p:spTree>
    <p:extLst>
      <p:ext uri="{BB962C8B-B14F-4D97-AF65-F5344CB8AC3E}">
        <p14:creationId xmlns:p14="http://schemas.microsoft.com/office/powerpoint/2010/main" val="1594222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7373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quá trình sinh phản hồi</a:t>
            </a:r>
          </a:p>
        </p:txBody>
      </p:sp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FBE39-4CDE-C69F-65AB-8EFDEC7C1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F5A7FBB9-92B6-9BFC-735E-11D7DA27CB9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7518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</a:t>
            </a:r>
          </a:p>
        </p:txBody>
      </p:sp>
    </p:spTree>
    <p:extLst>
      <p:ext uri="{BB962C8B-B14F-4D97-AF65-F5344CB8AC3E}">
        <p14:creationId xmlns:p14="http://schemas.microsoft.com/office/powerpoint/2010/main" val="5462600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622FA-D218-791D-40F4-433DEF033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7096308-F601-9CB9-C9A1-5693E116455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7373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đánh giá phản hồi</a:t>
            </a:r>
          </a:p>
        </p:txBody>
      </p:sp>
    </p:spTree>
    <p:extLst>
      <p:ext uri="{BB962C8B-B14F-4D97-AF65-F5344CB8AC3E}">
        <p14:creationId xmlns:p14="http://schemas.microsoft.com/office/powerpoint/2010/main" val="2620958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F9696-0C94-852F-A350-4D661CBCD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B6B0721C-10AC-72A7-CE74-A1BEECF9A28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7373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 tạo luồng chat mới</a:t>
            </a:r>
          </a:p>
        </p:txBody>
      </p:sp>
    </p:spTree>
    <p:extLst>
      <p:ext uri="{BB962C8B-B14F-4D97-AF65-F5344CB8AC3E}">
        <p14:creationId xmlns:p14="http://schemas.microsoft.com/office/powerpoint/2010/main" val="3317779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31F-AFDC-0050-11B0-29C82FE3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FA9BFAD6-49F2-0035-4619-3DD6ADE85D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286694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đăng ký</a:t>
            </a:r>
          </a:p>
        </p:txBody>
      </p:sp>
    </p:spTree>
    <p:extLst>
      <p:ext uri="{BB962C8B-B14F-4D97-AF65-F5344CB8AC3E}">
        <p14:creationId xmlns:p14="http://schemas.microsoft.com/office/powerpoint/2010/main" val="1364653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A4A-7851-C562-EE40-9FF528673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07BBE4B-2D2D-8E4B-619F-FA84724571D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87373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đăng xuất</a:t>
            </a:r>
          </a:p>
        </p:txBody>
      </p:sp>
    </p:spTree>
    <p:extLst>
      <p:ext uri="{BB962C8B-B14F-4D97-AF65-F5344CB8AC3E}">
        <p14:creationId xmlns:p14="http://schemas.microsoft.com/office/powerpoint/2010/main" val="15261685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A16C-21A7-F245-2803-D5F851D41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9780-E419-4614-7EE7-4F5A8344D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41CE4-71E2-40A1-0E9C-AC2C8BB817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825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Đăng nhập – Giao diện</a:t>
            </a:r>
          </a:p>
        </p:txBody>
      </p:sp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Giao diện người dùng khi đăng nhập thành công</a:t>
            </a:r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Trò chuyện văn bản – Nhập câu hỏi</a:t>
            </a:r>
          </a:p>
        </p:txBody>
      </p:sp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Trò chuyện văn bản – Hiển thị phản hồi</a:t>
            </a:r>
          </a:p>
        </p:txBody>
      </p:sp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Đánh giá phản hồi – Gửi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EE166-5CC0-4CA8-0110-97AC421B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D4D85C-7604-D56F-22C3-746FCDD9D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Đánh giá phản hồi – Gửi mô tả cho hành vi</a:t>
            </a:r>
          </a:p>
        </p:txBody>
      </p:sp>
    </p:spTree>
    <p:extLst>
      <p:ext uri="{BB962C8B-B14F-4D97-AF65-F5344CB8AC3E}">
        <p14:creationId xmlns:p14="http://schemas.microsoft.com/office/powerpoint/2010/main" val="23696740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Đánh giá phản hồi – Đánh giá được cập nhật thành công</a:t>
            </a:r>
          </a:p>
        </p:txBody>
      </p:sp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Cài đặt tùy chọn luồng chat – Danh sách tùy chọn</a:t>
            </a:r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/>
              <a:t>Trò chuyện văn bản – Gửi câu hỏi và nhận phản hồi theo cài đặt mới</a:t>
            </a:r>
          </a:p>
        </p:txBody>
      </p:sp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Khởi tạo luồng chat mới</a:t>
            </a:r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Trò chuyện thời gian thực – Gửi câu hỏi</a:t>
            </a:r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Trò chuyện thời gian thực – Nhận phản hồi</a:t>
            </a:r>
          </a:p>
        </p:txBody>
      </p:sp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Tạo câu hỏi trắc nghiệm (Tính năng thử nghiệm)</a:t>
            </a:r>
          </a:p>
        </p:txBody>
      </p:sp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/>
              <a:t>Đăng xuất khỏi hệ thống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028" y="637762"/>
            <a:ext cx="3519099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i="1" kern="12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1720</Words>
  <Application>Microsoft Office PowerPoint</Application>
  <PresentationFormat>Widescreen</PresentationFormat>
  <Paragraphs>333</Paragraphs>
  <Slides>46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Aptos</vt:lpstr>
      <vt:lpstr>Aptos Display</vt:lpstr>
      <vt:lpstr>Arial</vt:lpstr>
      <vt:lpstr>Calibri</vt:lpstr>
      <vt:lpstr>Times New Roman</vt:lpstr>
      <vt:lpstr>Office Theme</vt:lpstr>
      <vt:lpstr>PowerPoint Presentation</vt:lpstr>
      <vt:lpstr>Cơ sở lý thuyết</vt:lpstr>
      <vt:lpstr>Lược sử sự phát triển của NLP cho đến nay</vt:lpstr>
      <vt:lpstr>PowerPoint Presentation</vt:lpstr>
      <vt:lpstr>Hệ thống RAG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Thu thập – tiền xử lý và embedding dữ liệu</vt:lpstr>
      <vt:lpstr>Quy trình thu thập dữ liệu</vt:lpstr>
      <vt:lpstr>Số liệu về độ dài của tài liệu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Triển khai các chức năng hệ thống</vt:lpstr>
      <vt:lpstr>Các chức năng của hệ thống</vt:lpstr>
      <vt:lpstr>Triển khai chức năng chat text</vt:lpstr>
      <vt:lpstr>Triển khai chức năng chat realtime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Gửi mô tả cho hành vi</vt:lpstr>
      <vt:lpstr>Đánh giá phản hồi – Đánh giá được cập nhật thành công</vt:lpstr>
      <vt:lpstr>Cài đặt tùy chọn luồng chat – Danh sách tùy chọn</vt:lpstr>
      <vt:lpstr>Trò chuyện văn bản – Gửi câu hỏi và nhận phản hồi theo cài đặt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34</cp:revision>
  <dcterms:created xsi:type="dcterms:W3CDTF">2025-06-09T12:09:11Z</dcterms:created>
  <dcterms:modified xsi:type="dcterms:W3CDTF">2025-06-10T13:39:47Z</dcterms:modified>
</cp:coreProperties>
</file>