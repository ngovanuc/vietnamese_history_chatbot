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74" r:id="rId3"/>
    <p:sldId id="258" r:id="rId4"/>
    <p:sldId id="259" r:id="rId5"/>
    <p:sldId id="261" r:id="rId6"/>
    <p:sldId id="275" r:id="rId7"/>
    <p:sldId id="263" r:id="rId8"/>
    <p:sldId id="262" r:id="rId9"/>
    <p:sldId id="267" r:id="rId10"/>
    <p:sldId id="276" r:id="rId11"/>
    <p:sldId id="264" r:id="rId12"/>
    <p:sldId id="265" r:id="rId13"/>
    <p:sldId id="277" r:id="rId14"/>
    <p:sldId id="279" r:id="rId15"/>
    <p:sldId id="278" r:id="rId16"/>
    <p:sldId id="266" r:id="rId17"/>
    <p:sldId id="260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1818" autoAdjust="0"/>
  </p:normalViewPr>
  <p:slideViewPr>
    <p:cSldViewPr snapToGrid="0">
      <p:cViewPr varScale="1">
        <p:scale>
          <a:sx n="61" d="100"/>
          <a:sy n="61" d="100"/>
        </p:scale>
        <p:origin x="10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B1C5C1-54CE-4892-A53C-9115FF4B63AE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AE1F8-3712-49A6-BC7C-273E12ADC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3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Lược sử phát triển NLP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AE1F8-3712-49A6-BC7C-273E12ADCF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77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/>
              <a:t>LLM là gì?</a:t>
            </a:r>
          </a:p>
          <a:p>
            <a:pPr marL="285750" indent="-285750">
              <a:buFontTx/>
              <a:buChar char="-"/>
            </a:pPr>
            <a:r>
              <a:rPr lang="en-US"/>
              <a:t>Tại sao lại gọi là LLM</a:t>
            </a:r>
          </a:p>
          <a:p>
            <a:pPr marL="285750" indent="-285750">
              <a:buFontTx/>
              <a:buChar char="-"/>
            </a:pPr>
            <a:r>
              <a:rPr lang="en-US"/>
              <a:t>Dựa trên nguyên lý? (xây dựng dựa trên transformer làm mô hình cơ sở, tuy nhiên thì có chút biến đổi)</a:t>
            </a:r>
          </a:p>
          <a:p>
            <a:pPr marL="285750" indent="-285750">
              <a:buFontTx/>
              <a:buChar char="-"/>
            </a:pPr>
            <a:r>
              <a:rPr lang="en-US"/>
              <a:t>Nó có thể làm gì? (sinh văn bản, xử lý âm thanh, video…)</a:t>
            </a:r>
          </a:p>
          <a:p>
            <a:pPr marL="285750" indent="-285750">
              <a:buFontTx/>
              <a:buChar char="-"/>
            </a:pPr>
            <a:r>
              <a:rPr lang="en-US"/>
              <a:t>Kể ra một vài thông số (LLM có thể lên tới hang tỉ tham số, chi phí huấn luyện khổng lồ, kiến trúc phức tạp)</a:t>
            </a:r>
          </a:p>
          <a:p>
            <a:pPr marL="285750" indent="-285750">
              <a:buFontTx/>
              <a:buChar char="-"/>
            </a:pPr>
            <a:r>
              <a:rPr lang="en-US"/>
              <a:t>chèn hình LLM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AE1F8-3712-49A6-BC7C-273E12ADCFA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22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/>
              <a:t>Hệ thống RAG là gì?</a:t>
            </a:r>
          </a:p>
          <a:p>
            <a:pPr marL="285750" indent="-285750">
              <a:buFontTx/>
              <a:buChar char="-"/>
            </a:pPr>
            <a:r>
              <a:rPr lang="en-US"/>
              <a:t>Tác dụng?</a:t>
            </a:r>
          </a:p>
          <a:p>
            <a:pPr marL="285750" indent="-285750">
              <a:buFontTx/>
              <a:buChar char="-"/>
            </a:pPr>
            <a:r>
              <a:rPr lang="en-US"/>
              <a:t>LLM được sử dụng trong hệ thống rag như thế nào?</a:t>
            </a:r>
          </a:p>
          <a:p>
            <a:pPr marL="285750" indent="-285750">
              <a:buFontTx/>
              <a:buChar char="-"/>
            </a:pPr>
            <a:r>
              <a:rPr lang="en-US"/>
              <a:t>Sử dụng LLM và hệ thống rag để xây dựng chatbot hõ trợ học lịch sử việt nam</a:t>
            </a:r>
          </a:p>
          <a:p>
            <a:pPr marL="285750" indent="-285750">
              <a:buFontTx/>
              <a:buChar char="-"/>
            </a:pPr>
            <a:r>
              <a:rPr lang="en-US"/>
              <a:t> (tại sao 2 cái đó lại có thể sử dụng để xây dung chatbot? Lợi tích so với các phương pháp truyền thống)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AE1F8-3712-49A6-BC7C-273E12ADCFA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81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/>
              <a:t>Phương pháp đề xuất</a:t>
            </a:r>
          </a:p>
          <a:p>
            <a:pPr marL="285750" indent="-285750">
              <a:buFontTx/>
              <a:buChar char="-"/>
            </a:pPr>
            <a:r>
              <a:rPr lang="en-US"/>
              <a:t>Chèn hình, miêu tả chi tiết phương pháp đề xuất</a:t>
            </a:r>
          </a:p>
          <a:p>
            <a:pPr marL="0" indent="0">
              <a:buFontTx/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AE1F8-3712-49A6-BC7C-273E12ADCFA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59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Hệ thống rag đề xuất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AE1F8-3712-49A6-BC7C-273E12ADCF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38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/>
              <a:t>Thu thập và tiền xử lý data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AE1F8-3712-49A6-BC7C-273E12ADCFA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39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Word embedding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AE1F8-3712-49A6-BC7C-273E12ADCFA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60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29AF-B355-D1E8-9B2D-B8269525B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7E63C-8FF0-97E4-B4F0-33843DF8C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9F2BF-AA70-F54C-B731-3D861AB98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5B464-2024-A8ED-9C7C-A41DA166F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9A9B8-1EFD-5192-7DEB-46777E76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4409B-8C38-1A8F-29F7-B3B18D129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F2842-D70F-50B1-4B1C-D1B015C01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16A48-E558-E35D-8FC6-00F7621C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8BF35-E979-8F2E-1BDB-57BAF9AC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28570-8D79-A971-B32C-4032154AA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18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18E3-A4FB-1672-078A-DBEFE342F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A2838-D279-21C8-2B1E-036EC5DF0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E73C9-9CB4-A847-9FD2-AC9E2FAE7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44A77-FC0F-06FC-6A12-3276BCAE6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0003C-90A9-EA1C-D7ED-504494AC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60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ABA76-ED91-7EE0-7E8C-E9F29DAD0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285B7-563E-E1FD-3978-F25D88637E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7E7BB-0E71-5989-1231-F070DE9A8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33FCD-493A-7EE4-F542-189CC670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F390C-B99E-3CE7-631E-DBA1E2DED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B861D-E93F-EE54-EB47-C65B5B9C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97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5041-915D-1B57-6585-E46D8F03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897D1-315D-6F7F-6641-E07C60B26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216A7-44AA-621D-CAF6-5D5C83B7A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25DA8-420D-BB30-4DE8-99CEB403CB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C9977-D0CD-C314-F299-66D26BF6D2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B8C945-B118-A49B-4EFD-6F5BAA339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7DDD7F-0432-89CD-B540-D031806EE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3C6C9F-7DC5-80BB-B555-881A6BD2E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5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08FA-B87A-A158-7C30-0140BA3B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09ABB-F651-41F9-52CA-A367A596B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0CD08-030F-CEE8-9986-E879A72D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57DE-7934-DA4A-925E-3CA9B957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84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E45D9-8CEB-7175-77D2-FD2E956EB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EACD59-99D2-8B6B-F05D-120CD303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8994E-693D-EA8A-B9B3-0BDEECB9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50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153DD-120D-7FE1-8213-1F75220C0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1D198-FB63-C5FF-3B4D-BE5129CF2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FA32C8-5ED0-57AE-7B20-6A14B6940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87C8D-98E3-450C-F2BE-D7C3A59DF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831C5-FC80-9F39-EC63-8FA36704A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A1AA8-A581-B978-BC1C-F2EEF05BA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88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AE862-AEF1-8A07-360B-04C521CCC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5F83F-A5F3-6969-1539-9B9CF2F32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20172-6BD6-DAC4-947C-B7AC2905B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C2EAE-1317-1E3C-5167-BECD90244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72C58-D327-543A-6915-24726869B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34148-7F51-2855-5EFB-D9B60FF6F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0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0A707-8C7C-3DF2-50FA-D99B169D4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FAC39-5B78-9364-F32D-066FC405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63DED-A28B-E216-59C6-C6C67E9BB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A498F-6E05-C40A-8CCF-FA4D8AF1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38E0B-6E2A-8566-2999-056785A5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2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DD25BC-7B38-FF50-F800-FA1833A84F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9EDB33-95B1-B4B7-D428-ED30E9C52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BD337-9F18-3111-99FA-19369376F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5D57B-FB7A-723B-8362-E65B3F7D1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E1B01-BE7F-FFCC-9094-7723BE49B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94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65575-5DF7-CE07-B27E-D0D694C4C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06DA5-2478-C139-C50B-F75C3F885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59DF3-996C-AAC9-862D-5DBE644FDE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6C343-037B-4BB6-A079-7472CF8881D5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08EB3-0CA6-B077-D700-62B640671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DD6CA-B4DC-3EB9-5C97-BAFAFF693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7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1FDA4-4260-660A-25D4-B13E63AE6D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CE1A54-8D5F-A2BE-1887-6DEA87C9E7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6112A-65E9-4562-42DC-CB4F7F3EA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6B3A-30D3-C8DC-D08E-C389923C86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Cơ sở lý thuyết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1E782-08A6-0CE5-9172-45FBA2F3ED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57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86780209-95F1-556A-DA0B-1CC10C2F1ABB}"/>
              </a:ext>
            </a:extLst>
          </p:cNvPr>
          <p:cNvSpPr txBox="1"/>
          <p:nvPr/>
        </p:nvSpPr>
        <p:spPr>
          <a:xfrm>
            <a:off x="639097" y="323850"/>
            <a:ext cx="89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Tiêu đề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102633-26E8-1DC7-0E27-81B6C268AEBD}"/>
              </a:ext>
            </a:extLst>
          </p:cNvPr>
          <p:cNvSpPr txBox="1"/>
          <p:nvPr/>
        </p:nvSpPr>
        <p:spPr>
          <a:xfrm>
            <a:off x="1585703" y="6038850"/>
            <a:ext cx="6717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Vào khi nào thì cái gì ra đời, để làm gì, có hạn chế gì -&gt; cái tiếp theo</a:t>
            </a:r>
          </a:p>
        </p:txBody>
      </p:sp>
      <p:pic>
        <p:nvPicPr>
          <p:cNvPr id="7" name="Picture 6" descr="A line of colorful circles&#10;&#10;AI-generated content may be incorrect.">
            <a:extLst>
              <a:ext uri="{FF2B5EF4-FFF2-40B4-BE49-F238E27FC236}">
                <a16:creationId xmlns:a16="http://schemas.microsoft.com/office/drawing/2014/main" id="{A670133F-4560-3710-C873-80B0D2A34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710087"/>
            <a:ext cx="10327341" cy="343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246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13FD91-B87F-D541-223A-6032EB708B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86" y="-239911"/>
            <a:ext cx="12217771" cy="733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26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software model&#10;&#10;AI-generated content may be incorrect.">
            <a:extLst>
              <a:ext uri="{FF2B5EF4-FFF2-40B4-BE49-F238E27FC236}">
                <a16:creationId xmlns:a16="http://schemas.microsoft.com/office/drawing/2014/main" id="{025959DD-CF58-9169-6EB0-EDEB8CE888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01" y="723293"/>
            <a:ext cx="10642797" cy="541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35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C277F-9E35-80E7-BAF3-F5561C1C1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6550-92BF-050F-8E50-6EDE860C60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Phương pháp đề xuất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C84A6B-D148-9944-CF6F-D320F62BC3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89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8C0A4-F40D-E95E-AA3C-784AF0AC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1D66FF-4304-786C-2EEE-636842DCC49C}"/>
              </a:ext>
            </a:extLst>
          </p:cNvPr>
          <p:cNvSpPr txBox="1"/>
          <p:nvPr/>
        </p:nvSpPr>
        <p:spPr>
          <a:xfrm>
            <a:off x="823338" y="1951672"/>
            <a:ext cx="35798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Phát biểu và phân tích bài toán:</a:t>
            </a:r>
          </a:p>
          <a:p>
            <a:pPr marL="285750" indent="-285750">
              <a:buFontTx/>
              <a:buChar char="-"/>
            </a:pPr>
            <a:r>
              <a:rPr lang="en-US"/>
              <a:t>Yêu cầu của bài toán là gì?</a:t>
            </a:r>
          </a:p>
          <a:p>
            <a:pPr marL="285750" indent="-285750">
              <a:buFontTx/>
              <a:buChar char="-"/>
            </a:pPr>
            <a:r>
              <a:rPr lang="en-US"/>
              <a:t>Tính cấp thiết của bài toán</a:t>
            </a:r>
          </a:p>
          <a:p>
            <a:pPr marL="285750" indent="-285750">
              <a:buFontTx/>
              <a:buChar char="-"/>
            </a:pPr>
            <a:r>
              <a:rPr lang="en-US"/>
              <a:t>Phân tích bài toán</a:t>
            </a:r>
          </a:p>
        </p:txBody>
      </p:sp>
    </p:spTree>
    <p:extLst>
      <p:ext uri="{BB962C8B-B14F-4D97-AF65-F5344CB8AC3E}">
        <p14:creationId xmlns:p14="http://schemas.microsoft.com/office/powerpoint/2010/main" val="1686415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900F-05B7-08CC-5194-A989A3B88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39464A9-8ACE-E2AB-1F57-892582DE6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500" y="183112"/>
            <a:ext cx="10578999" cy="649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43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FB8E2-BAB1-3C88-F437-BD763C4BD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2EA4F12-5E6C-115B-1FC5-640B3BC0BF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6" y="165538"/>
            <a:ext cx="10477868" cy="652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1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79B94-56B6-9D10-6406-8F239DFDC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6B3D-A879-BF4E-B1BF-066A56A447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Thu thập – tiền xử lý và embedding dữ liệu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44A8A-AE30-7F44-9ACD-471C50672F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47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F7152-6CF2-FC53-F528-903F138F9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red lines&#10;&#10;AI-generated content may be incorrect.">
            <a:extLst>
              <a:ext uri="{FF2B5EF4-FFF2-40B4-BE49-F238E27FC236}">
                <a16:creationId xmlns:a16="http://schemas.microsoft.com/office/drawing/2014/main" id="{3633D7FF-B793-8A53-A482-E4D42B1F0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38"/>
            <a:ext cx="8248773" cy="326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01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480E0-20A5-CDB9-3B05-52665562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F25F04-C544-BBE6-D80B-1BFD95A86C57}"/>
              </a:ext>
            </a:extLst>
          </p:cNvPr>
          <p:cNvSpPr txBox="1"/>
          <p:nvPr/>
        </p:nvSpPr>
        <p:spPr>
          <a:xfrm>
            <a:off x="2571750" y="2667000"/>
            <a:ext cx="57836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embedding data:</a:t>
            </a:r>
          </a:p>
          <a:p>
            <a:pPr marL="285750" indent="-285750">
              <a:buFontTx/>
              <a:buChar char="-"/>
            </a:pPr>
            <a:r>
              <a:rPr lang="en-US"/>
              <a:t>giới thiệu word embedding là gì?</a:t>
            </a:r>
          </a:p>
          <a:p>
            <a:pPr marL="285750" indent="-285750">
              <a:buFontTx/>
              <a:buChar char="-"/>
            </a:pPr>
            <a:r>
              <a:rPr lang="en-US"/>
              <a:t>Tại sao, Lợi tích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r>
              <a:rPr lang="en-US"/>
              <a:t>các mô hình embedding đề xuất:</a:t>
            </a:r>
          </a:p>
          <a:p>
            <a:pPr marL="285750" indent="-285750">
              <a:buFontTx/>
              <a:buChar char="-"/>
            </a:pPr>
            <a:r>
              <a:rPr lang="en-US"/>
              <a:t>liệt kê các mô hình + kèm thông số</a:t>
            </a:r>
          </a:p>
          <a:p>
            <a:pPr marL="285750" indent="-285750">
              <a:buFontTx/>
              <a:buChar char="-"/>
            </a:pPr>
            <a:r>
              <a:rPr lang="en-US"/>
              <a:t>Đánh giá hiệu quả tokenization của model embedding</a:t>
            </a:r>
          </a:p>
          <a:p>
            <a:pPr marL="285750" indent="-285750">
              <a:buFontTx/>
              <a:buChar char="-"/>
            </a:pPr>
            <a:r>
              <a:rPr lang="en-US"/>
              <a:t>Đánh giá hiệu quả embedding data</a:t>
            </a:r>
          </a:p>
        </p:txBody>
      </p:sp>
    </p:spTree>
    <p:extLst>
      <p:ext uri="{BB962C8B-B14F-4D97-AF65-F5344CB8AC3E}">
        <p14:creationId xmlns:p14="http://schemas.microsoft.com/office/powerpoint/2010/main" val="2125420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251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680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545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204C1-5F08-5680-957D-395D6D1D7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4BCB41-73FC-CD7C-9D26-CEE00D05CB5B}"/>
              </a:ext>
            </a:extLst>
          </p:cNvPr>
          <p:cNvSpPr txBox="1"/>
          <p:nvPr/>
        </p:nvSpPr>
        <p:spPr>
          <a:xfrm>
            <a:off x="2571750" y="2667000"/>
            <a:ext cx="57836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embedding data:</a:t>
            </a:r>
          </a:p>
          <a:p>
            <a:pPr marL="285750" indent="-285750">
              <a:buFontTx/>
              <a:buChar char="-"/>
            </a:pPr>
            <a:r>
              <a:rPr lang="en-US"/>
              <a:t>giới thiệu word embedding là gì?</a:t>
            </a:r>
          </a:p>
          <a:p>
            <a:pPr marL="285750" indent="-285750">
              <a:buFontTx/>
              <a:buChar char="-"/>
            </a:pPr>
            <a:r>
              <a:rPr lang="en-US"/>
              <a:t>Tại sao, Lợi tích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r>
              <a:rPr lang="en-US"/>
              <a:t>các mô hình embedding đề xuất:</a:t>
            </a:r>
          </a:p>
          <a:p>
            <a:pPr marL="285750" indent="-285750">
              <a:buFontTx/>
              <a:buChar char="-"/>
            </a:pPr>
            <a:r>
              <a:rPr lang="en-US"/>
              <a:t>liệt kê các mô hình + kèm thông số</a:t>
            </a:r>
          </a:p>
          <a:p>
            <a:pPr marL="285750" indent="-285750">
              <a:buFontTx/>
              <a:buChar char="-"/>
            </a:pPr>
            <a:r>
              <a:rPr lang="en-US"/>
              <a:t>Đánh giá hiệu quả tokenization của model embedding</a:t>
            </a:r>
          </a:p>
          <a:p>
            <a:pPr marL="285750" indent="-285750">
              <a:buFontTx/>
              <a:buChar char="-"/>
            </a:pPr>
            <a:r>
              <a:rPr lang="en-US"/>
              <a:t>Đánh giá hiệu quả embedding data</a:t>
            </a:r>
          </a:p>
        </p:txBody>
      </p:sp>
    </p:spTree>
    <p:extLst>
      <p:ext uri="{BB962C8B-B14F-4D97-AF65-F5344CB8AC3E}">
        <p14:creationId xmlns:p14="http://schemas.microsoft.com/office/powerpoint/2010/main" val="661741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words and numbers&#10;&#10;AI-generated content may be incorrect.">
            <a:extLst>
              <a:ext uri="{FF2B5EF4-FFF2-40B4-BE49-F238E27FC236}">
                <a16:creationId xmlns:a16="http://schemas.microsoft.com/office/drawing/2014/main" id="{7D5E91D7-3243-CAC9-5D2F-3343213CA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562"/>
          <a:stretch>
            <a:fillRect/>
          </a:stretch>
        </p:blipFill>
        <p:spPr>
          <a:xfrm>
            <a:off x="0" y="19187"/>
            <a:ext cx="7124700" cy="68196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314DB7-69A9-F154-A588-F0AE61A9D761}"/>
              </a:ext>
            </a:extLst>
          </p:cNvPr>
          <p:cNvSpPr txBox="1"/>
          <p:nvPr/>
        </p:nvSpPr>
        <p:spPr>
          <a:xfrm>
            <a:off x="8020050" y="1200150"/>
            <a:ext cx="37640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 là gì? Ánh xạ từ word sang vector</a:t>
            </a:r>
          </a:p>
          <a:p>
            <a:r>
              <a:rPr lang="en-US"/>
              <a:t>Trong đó mỗi chiều là 1 thuộc tính…</a:t>
            </a:r>
          </a:p>
          <a:p>
            <a:r>
              <a:rPr lang="en-US"/>
              <a:t>Ví dụ như trong hình…</a:t>
            </a:r>
          </a:p>
          <a:p>
            <a:r>
              <a:rPr lang="en-US"/>
              <a:t>Như vậy,… “tóm tắt kết quả”</a:t>
            </a:r>
          </a:p>
        </p:txBody>
      </p:sp>
    </p:spTree>
    <p:extLst>
      <p:ext uri="{BB962C8B-B14F-4D97-AF65-F5344CB8AC3E}">
        <p14:creationId xmlns:p14="http://schemas.microsoft.com/office/powerpoint/2010/main" val="2222217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90A43-521D-EBF1-DB42-58A8155E1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74895E-D091-B258-553B-368712CF210F}"/>
              </a:ext>
            </a:extLst>
          </p:cNvPr>
          <p:cNvSpPr txBox="1"/>
          <p:nvPr/>
        </p:nvSpPr>
        <p:spPr>
          <a:xfrm>
            <a:off x="2571750" y="2667000"/>
            <a:ext cx="49487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Các LLM để xuất</a:t>
            </a:r>
          </a:p>
          <a:p>
            <a:pPr marL="285750" indent="-285750">
              <a:buFontTx/>
              <a:buChar char="-"/>
            </a:pPr>
            <a:r>
              <a:rPr lang="en-US"/>
              <a:t>Các thông số LLM + kèm giải thích + giới thiệu</a:t>
            </a:r>
          </a:p>
          <a:p>
            <a:pPr marL="285750" indent="-285750">
              <a:buFontTx/>
              <a:buChar char="-"/>
            </a:pPr>
            <a:r>
              <a:rPr lang="en-US"/>
              <a:t>Benmark của các model embedding</a:t>
            </a:r>
          </a:p>
          <a:p>
            <a:pPr marL="285750" indent="-285750">
              <a:buFontTx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5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71E94-CE27-F948-46F8-8AEFD8B57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6937F4-5ACE-ED20-FBFD-987EFC21E860}"/>
              </a:ext>
            </a:extLst>
          </p:cNvPr>
          <p:cNvSpPr txBox="1"/>
          <p:nvPr/>
        </p:nvSpPr>
        <p:spPr>
          <a:xfrm>
            <a:off x="2571750" y="2667000"/>
            <a:ext cx="8255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Các chức năng của hệ thống:</a:t>
            </a:r>
          </a:p>
          <a:p>
            <a:r>
              <a:rPr lang="en-US"/>
              <a:t>- Các chức năng đưuọc triển khai cho hệ thống (text chat, voice realtime.., exam…)</a:t>
            </a:r>
          </a:p>
        </p:txBody>
      </p:sp>
    </p:spTree>
    <p:extLst>
      <p:ext uri="{BB962C8B-B14F-4D97-AF65-F5344CB8AC3E}">
        <p14:creationId xmlns:p14="http://schemas.microsoft.com/office/powerpoint/2010/main" val="1391973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B43E1-6279-1E12-7C4D-079661226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4A9EF1-8662-93B5-1E75-CA2964560939}"/>
              </a:ext>
            </a:extLst>
          </p:cNvPr>
          <p:cNvSpPr txBox="1"/>
          <p:nvPr/>
        </p:nvSpPr>
        <p:spPr>
          <a:xfrm>
            <a:off x="2571750" y="2667000"/>
            <a:ext cx="2916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Chức năng chatbot văn bản</a:t>
            </a:r>
          </a:p>
        </p:txBody>
      </p:sp>
    </p:spTree>
    <p:extLst>
      <p:ext uri="{BB962C8B-B14F-4D97-AF65-F5344CB8AC3E}">
        <p14:creationId xmlns:p14="http://schemas.microsoft.com/office/powerpoint/2010/main" val="540094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0F8F1-2303-4AC4-E099-3DF21445E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579DB5-FB17-6D49-7A4D-2B764E003DC2}"/>
              </a:ext>
            </a:extLst>
          </p:cNvPr>
          <p:cNvSpPr txBox="1"/>
          <p:nvPr/>
        </p:nvSpPr>
        <p:spPr>
          <a:xfrm>
            <a:off x="457200" y="1657350"/>
            <a:ext cx="1020324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Chức năng trò chuyện thời gian thực</a:t>
            </a:r>
          </a:p>
          <a:p>
            <a:r>
              <a:rPr lang="en-US"/>
              <a:t>Giới thiệu về công nghệ TTS-STT</a:t>
            </a:r>
          </a:p>
          <a:p>
            <a:pPr marL="285750" indent="-285750">
              <a:buFontTx/>
              <a:buChar char="-"/>
            </a:pPr>
            <a:r>
              <a:rPr lang="en-US"/>
              <a:t>giới thiệu</a:t>
            </a:r>
          </a:p>
          <a:p>
            <a:pPr marL="285750" indent="-285750">
              <a:buFontTx/>
              <a:buChar char="-"/>
            </a:pPr>
            <a:r>
              <a:rPr lang="en-US"/>
              <a:t>Lợi tích</a:t>
            </a:r>
          </a:p>
          <a:p>
            <a:pPr marL="285750" indent="-285750">
              <a:buFontTx/>
              <a:buChar char="-"/>
            </a:pPr>
            <a:r>
              <a:rPr lang="en-US"/>
              <a:t>Lợi tích khi Ứng dụng công nghệ này vào hệ thống chatbot</a:t>
            </a:r>
          </a:p>
          <a:p>
            <a:pPr marL="285750" indent="-285750">
              <a:buFontTx/>
              <a:buChar char="-"/>
            </a:pPr>
            <a:r>
              <a:rPr lang="en-US"/>
              <a:t>Phương pháp triển khai hệ thống (miêu tả hệ thống  hoạt động như thế nào? Cách mà văn bản được</a:t>
            </a:r>
          </a:p>
          <a:p>
            <a:r>
              <a:rPr lang="en-US"/>
              <a:t>Chuyển thành âm thanh và ngược lại. (chi tiết các phần và luồng hoạt động để sau)</a:t>
            </a:r>
          </a:p>
        </p:txBody>
      </p:sp>
    </p:spTree>
    <p:extLst>
      <p:ext uri="{BB962C8B-B14F-4D97-AF65-F5344CB8AC3E}">
        <p14:creationId xmlns:p14="http://schemas.microsoft.com/office/powerpoint/2010/main" val="3712810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FDD86-2554-20C0-3BD8-48C3D0CE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5E1B44-3531-38D8-BE32-5BD8B7E04216}"/>
              </a:ext>
            </a:extLst>
          </p:cNvPr>
          <p:cNvSpPr txBox="1"/>
          <p:nvPr/>
        </p:nvSpPr>
        <p:spPr>
          <a:xfrm>
            <a:off x="457200" y="1657350"/>
            <a:ext cx="59050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Quá trình sinh phản hồi</a:t>
            </a:r>
          </a:p>
          <a:p>
            <a:r>
              <a:rPr lang="en-US"/>
              <a:t>Đề cập đến data được embedding và retrieval như thế nào</a:t>
            </a:r>
          </a:p>
        </p:txBody>
      </p:sp>
    </p:spTree>
    <p:extLst>
      <p:ext uri="{BB962C8B-B14F-4D97-AF65-F5344CB8AC3E}">
        <p14:creationId xmlns:p14="http://schemas.microsoft.com/office/powerpoint/2010/main" val="755535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9A16C-21A7-F245-2803-D5F851D41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825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521</Words>
  <Application>Microsoft Office PowerPoint</Application>
  <PresentationFormat>Widescreen</PresentationFormat>
  <Paragraphs>68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Cơ sở lý thuyết</vt:lpstr>
      <vt:lpstr>PowerPoint Presentation</vt:lpstr>
      <vt:lpstr>PowerPoint Presentation</vt:lpstr>
      <vt:lpstr>PowerPoint Presentation</vt:lpstr>
      <vt:lpstr>Phương pháp đề xuất</vt:lpstr>
      <vt:lpstr>PowerPoint Presentation</vt:lpstr>
      <vt:lpstr>PowerPoint Presentation</vt:lpstr>
      <vt:lpstr>PowerPoint Presentation</vt:lpstr>
      <vt:lpstr>Thu thập – tiền xử lý và embedding dữ liệu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trung lee vieet</dc:creator>
  <cp:lastModifiedBy>trung lee vieet</cp:lastModifiedBy>
  <cp:revision>23</cp:revision>
  <dcterms:created xsi:type="dcterms:W3CDTF">2025-06-09T12:09:11Z</dcterms:created>
  <dcterms:modified xsi:type="dcterms:W3CDTF">2025-06-10T03:33:06Z</dcterms:modified>
</cp:coreProperties>
</file>