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63" r:id="rId2"/>
    <p:sldId id="264" r:id="rId3"/>
    <p:sldId id="282" r:id="rId4"/>
    <p:sldId id="287" r:id="rId5"/>
    <p:sldId id="283" r:id="rId6"/>
    <p:sldId id="284" r:id="rId7"/>
    <p:sldId id="286" r:id="rId8"/>
    <p:sldId id="285" r:id="rId9"/>
    <p:sldId id="288" r:id="rId10"/>
    <p:sldId id="289" r:id="rId11"/>
    <p:sldId id="290" r:id="rId12"/>
    <p:sldId id="291" r:id="rId13"/>
    <p:sldId id="265" r:id="rId14"/>
    <p:sldId id="281" r:id="rId15"/>
    <p:sldId id="261" r:id="rId16"/>
    <p:sldId id="266" r:id="rId17"/>
    <p:sldId id="267" r:id="rId18"/>
    <p:sldId id="260" r:id="rId19"/>
    <p:sldId id="262" r:id="rId20"/>
    <p:sldId id="269" r:id="rId21"/>
    <p:sldId id="268" r:id="rId22"/>
    <p:sldId id="272" r:id="rId23"/>
    <p:sldId id="271" r:id="rId24"/>
    <p:sldId id="274" r:id="rId25"/>
    <p:sldId id="273" r:id="rId26"/>
    <p:sldId id="276" r:id="rId27"/>
    <p:sldId id="275" r:id="rId28"/>
    <p:sldId id="278" r:id="rId29"/>
    <p:sldId id="277" r:id="rId30"/>
    <p:sldId id="280" r:id="rId31"/>
    <p:sldId id="279" r:id="rId32"/>
    <p:sldId id="27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C4EA"/>
    <a:srgbClr val="7AAEE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>
        <p:scale>
          <a:sx n="75" d="100"/>
          <a:sy n="75" d="100"/>
        </p:scale>
        <p:origin x="516" y="-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8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26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5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Ứng dụng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052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Học sâu là một phân vùng của học máy, chuyên về các mạng neural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322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Ung dung RNN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54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Transformer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1650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 ta tokenization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178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Minh hoa cau truc 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406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phát biểu bài toán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76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BF574DC0-215B-48ED-23AA-1F3565E20D8F}"/>
              </a:ext>
            </a:extLst>
          </p:cNvPr>
          <p:cNvSpPr/>
          <p:nvPr/>
        </p:nvSpPr>
        <p:spPr>
          <a:xfrm>
            <a:off x="1386840" y="1524000"/>
            <a:ext cx="1143000" cy="11430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1950s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5DBB77B-535F-4089-B76E-BFA033806E9C}"/>
              </a:ext>
            </a:extLst>
          </p:cNvPr>
          <p:cNvSpPr/>
          <p:nvPr/>
        </p:nvSpPr>
        <p:spPr>
          <a:xfrm>
            <a:off x="1386840" y="3794760"/>
            <a:ext cx="1143000" cy="1143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1990s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C50044C-6551-8881-EC96-7D0DC87732D2}"/>
              </a:ext>
            </a:extLst>
          </p:cNvPr>
          <p:cNvSpPr/>
          <p:nvPr/>
        </p:nvSpPr>
        <p:spPr>
          <a:xfrm>
            <a:off x="4191001" y="1524000"/>
            <a:ext cx="1143000" cy="11430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1960s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097AB4A-2820-F0EB-3EAE-A64CE336591C}"/>
              </a:ext>
            </a:extLst>
          </p:cNvPr>
          <p:cNvSpPr/>
          <p:nvPr/>
        </p:nvSpPr>
        <p:spPr>
          <a:xfrm>
            <a:off x="6858000" y="1524000"/>
            <a:ext cx="1143000" cy="1143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1970s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237A56-07D0-929A-7D9E-E55B4D005A80}"/>
              </a:ext>
            </a:extLst>
          </p:cNvPr>
          <p:cNvSpPr/>
          <p:nvPr/>
        </p:nvSpPr>
        <p:spPr>
          <a:xfrm>
            <a:off x="9662160" y="1524000"/>
            <a:ext cx="1143000" cy="1143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1980s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A8D7D1-8E27-B34A-CE48-356FCCFCC7AA}"/>
              </a:ext>
            </a:extLst>
          </p:cNvPr>
          <p:cNvSpPr txBox="1"/>
          <p:nvPr/>
        </p:nvSpPr>
        <p:spPr>
          <a:xfrm>
            <a:off x="984353" y="488573"/>
            <a:ext cx="19479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Turing Test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Syntactic Structure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5BE0B0-0BA8-0F0F-8D4B-39DE05E5955A}"/>
              </a:ext>
            </a:extLst>
          </p:cNvPr>
          <p:cNvSpPr txBox="1"/>
          <p:nvPr/>
        </p:nvSpPr>
        <p:spPr>
          <a:xfrm>
            <a:off x="3732892" y="485001"/>
            <a:ext cx="2059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Conceptual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Dependency Theory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52FB9B-377E-05DB-6884-932328BFEBD7}"/>
              </a:ext>
            </a:extLst>
          </p:cNvPr>
          <p:cNvSpPr txBox="1"/>
          <p:nvPr/>
        </p:nvSpPr>
        <p:spPr>
          <a:xfrm>
            <a:off x="6301370" y="485001"/>
            <a:ext cx="2256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Augmented Transition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6571A-1FAB-2702-8C51-30BD9ADFD5D6}"/>
              </a:ext>
            </a:extLst>
          </p:cNvPr>
          <p:cNvSpPr txBox="1"/>
          <p:nvPr/>
        </p:nvSpPr>
        <p:spPr>
          <a:xfrm>
            <a:off x="9096971" y="485001"/>
            <a:ext cx="2273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cực thịnh của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Symbolic NLP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295EF8-E052-2B5D-17BD-CA46F19B792E}"/>
              </a:ext>
            </a:extLst>
          </p:cNvPr>
          <p:cNvSpPr txBox="1"/>
          <p:nvPr/>
        </p:nvSpPr>
        <p:spPr>
          <a:xfrm>
            <a:off x="1227751" y="5330428"/>
            <a:ext cx="14611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ML ra đời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Statistic NLP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B33D05-7FEB-80C9-375A-653135838057}"/>
              </a:ext>
            </a:extLst>
          </p:cNvPr>
          <p:cNvSpPr/>
          <p:nvPr/>
        </p:nvSpPr>
        <p:spPr>
          <a:xfrm>
            <a:off x="4191001" y="3794760"/>
            <a:ext cx="1143000" cy="1143000"/>
          </a:xfrm>
          <a:prstGeom prst="ellipse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2000s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447D9F-F246-21EB-86F6-A408815914DE}"/>
              </a:ext>
            </a:extLst>
          </p:cNvPr>
          <p:cNvSpPr txBox="1"/>
          <p:nvPr/>
        </p:nvSpPr>
        <p:spPr>
          <a:xfrm>
            <a:off x="3583364" y="5468927"/>
            <a:ext cx="2358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 ngôn ngữ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BD1FE6-7647-47CA-6BFA-D0D5B0754FD8}"/>
              </a:ext>
            </a:extLst>
          </p:cNvPr>
          <p:cNvSpPr/>
          <p:nvPr/>
        </p:nvSpPr>
        <p:spPr>
          <a:xfrm>
            <a:off x="6858000" y="3794760"/>
            <a:ext cx="1143000" cy="1143000"/>
          </a:xfrm>
          <a:prstGeom prst="ellipse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2010s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856C49-CBD0-5902-FEF3-F47006DB8EF9}"/>
              </a:ext>
            </a:extLst>
          </p:cNvPr>
          <p:cNvSpPr txBox="1"/>
          <p:nvPr/>
        </p:nvSpPr>
        <p:spPr>
          <a:xfrm>
            <a:off x="6285673" y="5334000"/>
            <a:ext cx="22832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NLP với NN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Sự xuất hiện của LLM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624BFE3-701C-4A9E-697A-FCE1FD9FD982}"/>
              </a:ext>
            </a:extLst>
          </p:cNvPr>
          <p:cNvSpPr/>
          <p:nvPr/>
        </p:nvSpPr>
        <p:spPr>
          <a:xfrm>
            <a:off x="2529840" y="1916668"/>
            <a:ext cx="166116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15258A-E4E2-26AE-F17A-273874F8C65C}"/>
              </a:ext>
            </a:extLst>
          </p:cNvPr>
          <p:cNvSpPr/>
          <p:nvPr/>
        </p:nvSpPr>
        <p:spPr>
          <a:xfrm>
            <a:off x="2523685" y="4187428"/>
            <a:ext cx="1661160" cy="369332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D628C27-59A8-86ED-D0A3-C2019502449F}"/>
              </a:ext>
            </a:extLst>
          </p:cNvPr>
          <p:cNvSpPr/>
          <p:nvPr/>
        </p:nvSpPr>
        <p:spPr>
          <a:xfrm>
            <a:off x="5334000" y="1916668"/>
            <a:ext cx="1524000" cy="369332"/>
          </a:xfrm>
          <a:prstGeom prst="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86DEDC4-555B-4548-145D-804508D68877}"/>
              </a:ext>
            </a:extLst>
          </p:cNvPr>
          <p:cNvSpPr/>
          <p:nvPr/>
        </p:nvSpPr>
        <p:spPr>
          <a:xfrm>
            <a:off x="8001000" y="1909048"/>
            <a:ext cx="1661160" cy="3693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6146025-FEC2-5234-8A7C-28F510BF8A46}"/>
              </a:ext>
            </a:extLst>
          </p:cNvPr>
          <p:cNvSpPr/>
          <p:nvPr/>
        </p:nvSpPr>
        <p:spPr>
          <a:xfrm>
            <a:off x="10805160" y="1916305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D69BAA2-19FA-A04F-0CB1-F2C8BCA6EAD6}"/>
              </a:ext>
            </a:extLst>
          </p:cNvPr>
          <p:cNvSpPr/>
          <p:nvPr/>
        </p:nvSpPr>
        <p:spPr>
          <a:xfrm>
            <a:off x="243839" y="1909048"/>
            <a:ext cx="114300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3F77EACA-97CE-BF7C-CF4C-AC50DC6B7153}"/>
              </a:ext>
            </a:extLst>
          </p:cNvPr>
          <p:cNvSpPr/>
          <p:nvPr/>
        </p:nvSpPr>
        <p:spPr>
          <a:xfrm>
            <a:off x="237684" y="4181594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71566E5-BFE1-A958-0DA6-1D2BA1E7D6C0}"/>
              </a:ext>
            </a:extLst>
          </p:cNvPr>
          <p:cNvSpPr/>
          <p:nvPr/>
        </p:nvSpPr>
        <p:spPr>
          <a:xfrm>
            <a:off x="5334000" y="4181594"/>
            <a:ext cx="1524000" cy="369332"/>
          </a:xfrm>
          <a:prstGeom prst="rightArrow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0EDAA08-1DAB-76A2-809B-374B8BAAD0E2}"/>
              </a:ext>
            </a:extLst>
          </p:cNvPr>
          <p:cNvSpPr/>
          <p:nvPr/>
        </p:nvSpPr>
        <p:spPr>
          <a:xfrm>
            <a:off x="8001000" y="4181594"/>
            <a:ext cx="1661160" cy="369332"/>
          </a:xfrm>
          <a:prstGeom prst="rightArrow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634A4D-FD13-D49B-72B2-572DDFE45C56}"/>
              </a:ext>
            </a:extLst>
          </p:cNvPr>
          <p:cNvCxnSpPr>
            <a:stCxn id="3" idx="0"/>
            <a:endCxn id="10" idx="2"/>
          </p:cNvCxnSpPr>
          <p:nvPr/>
        </p:nvCxnSpPr>
        <p:spPr>
          <a:xfrm flipH="1" flipV="1">
            <a:off x="1958338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5603E4-52F5-68FE-A597-AD779570C6C8}"/>
              </a:ext>
            </a:extLst>
          </p:cNvPr>
          <p:cNvCxnSpPr>
            <a:cxnSpLocks/>
          </p:cNvCxnSpPr>
          <p:nvPr/>
        </p:nvCxnSpPr>
        <p:spPr>
          <a:xfrm>
            <a:off x="984353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F3003F-6C8B-A0F9-DAA6-BC4C6CE3B4F3}"/>
              </a:ext>
            </a:extLst>
          </p:cNvPr>
          <p:cNvCxnSpPr/>
          <p:nvPr/>
        </p:nvCxnSpPr>
        <p:spPr>
          <a:xfrm flipH="1" flipV="1">
            <a:off x="47647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B7CEC74-381E-499D-095E-6292F83DFA0B}"/>
              </a:ext>
            </a:extLst>
          </p:cNvPr>
          <p:cNvCxnSpPr>
            <a:cxnSpLocks/>
          </p:cNvCxnSpPr>
          <p:nvPr/>
        </p:nvCxnSpPr>
        <p:spPr>
          <a:xfrm>
            <a:off x="37907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68A8C7-2987-358D-EAE1-0A1AE0507A29}"/>
              </a:ext>
            </a:extLst>
          </p:cNvPr>
          <p:cNvCxnSpPr/>
          <p:nvPr/>
        </p:nvCxnSpPr>
        <p:spPr>
          <a:xfrm flipH="1" flipV="1">
            <a:off x="74273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A08671-B083-3E46-2278-3997B2CC7B95}"/>
              </a:ext>
            </a:extLst>
          </p:cNvPr>
          <p:cNvCxnSpPr>
            <a:cxnSpLocks/>
          </p:cNvCxnSpPr>
          <p:nvPr/>
        </p:nvCxnSpPr>
        <p:spPr>
          <a:xfrm>
            <a:off x="64533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6E6FDB7-7153-AE9D-AE0F-E270C09569EC}"/>
              </a:ext>
            </a:extLst>
          </p:cNvPr>
          <p:cNvCxnSpPr/>
          <p:nvPr/>
        </p:nvCxnSpPr>
        <p:spPr>
          <a:xfrm flipH="1" flipV="1">
            <a:off x="10240442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C90C07F-6992-9A8B-147F-E767A352DB9C}"/>
              </a:ext>
            </a:extLst>
          </p:cNvPr>
          <p:cNvCxnSpPr>
            <a:cxnSpLocks/>
          </p:cNvCxnSpPr>
          <p:nvPr/>
        </p:nvCxnSpPr>
        <p:spPr>
          <a:xfrm>
            <a:off x="9266457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E2FF3A-0D40-0F55-BC5C-FEB0B7791C3F}"/>
              </a:ext>
            </a:extLst>
          </p:cNvPr>
          <p:cNvCxnSpPr/>
          <p:nvPr/>
        </p:nvCxnSpPr>
        <p:spPr>
          <a:xfrm flipH="1" flipV="1">
            <a:off x="47647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053E920-9D59-0F58-AC67-D784994DB612}"/>
              </a:ext>
            </a:extLst>
          </p:cNvPr>
          <p:cNvCxnSpPr>
            <a:cxnSpLocks/>
          </p:cNvCxnSpPr>
          <p:nvPr/>
        </p:nvCxnSpPr>
        <p:spPr>
          <a:xfrm>
            <a:off x="37907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7F04FE5-0C1F-4A2F-8880-FE15DA9D13D7}"/>
              </a:ext>
            </a:extLst>
          </p:cNvPr>
          <p:cNvCxnSpPr/>
          <p:nvPr/>
        </p:nvCxnSpPr>
        <p:spPr>
          <a:xfrm flipH="1" flipV="1">
            <a:off x="1958338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D55FA3C-8D97-1810-0816-618447AE5120}"/>
              </a:ext>
            </a:extLst>
          </p:cNvPr>
          <p:cNvCxnSpPr>
            <a:cxnSpLocks/>
          </p:cNvCxnSpPr>
          <p:nvPr/>
        </p:nvCxnSpPr>
        <p:spPr>
          <a:xfrm>
            <a:off x="984356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88F4C1B-086A-F0D0-8A45-DB6E5AD367EC}"/>
              </a:ext>
            </a:extLst>
          </p:cNvPr>
          <p:cNvCxnSpPr/>
          <p:nvPr/>
        </p:nvCxnSpPr>
        <p:spPr>
          <a:xfrm flipH="1" flipV="1">
            <a:off x="74273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E2DDB-017E-45E9-451B-407FAF94E5B2}"/>
              </a:ext>
            </a:extLst>
          </p:cNvPr>
          <p:cNvCxnSpPr>
            <a:cxnSpLocks/>
          </p:cNvCxnSpPr>
          <p:nvPr/>
        </p:nvCxnSpPr>
        <p:spPr>
          <a:xfrm>
            <a:off x="64533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765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4E9168-618E-C0A4-7C7B-51159BF05F5E}"/>
              </a:ext>
            </a:extLst>
          </p:cNvPr>
          <p:cNvSpPr/>
          <p:nvPr/>
        </p:nvSpPr>
        <p:spPr>
          <a:xfrm>
            <a:off x="853440" y="2045970"/>
            <a:ext cx="243840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F45BD5-BE7F-0683-2DB4-881C85CA046E}"/>
              </a:ext>
            </a:extLst>
          </p:cNvPr>
          <p:cNvSpPr/>
          <p:nvPr/>
        </p:nvSpPr>
        <p:spPr>
          <a:xfrm>
            <a:off x="2499360" y="754380"/>
            <a:ext cx="243840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Tóm tắt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8B7159-18D8-8065-23E6-0D3CB8522AD3}"/>
              </a:ext>
            </a:extLst>
          </p:cNvPr>
          <p:cNvSpPr/>
          <p:nvPr/>
        </p:nvSpPr>
        <p:spPr>
          <a:xfrm>
            <a:off x="853440" y="3756660"/>
            <a:ext cx="243840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4C81F9-9B67-2240-CA2E-1416EF32860E}"/>
              </a:ext>
            </a:extLst>
          </p:cNvPr>
          <p:cNvSpPr/>
          <p:nvPr/>
        </p:nvSpPr>
        <p:spPr>
          <a:xfrm>
            <a:off x="2499360" y="5227320"/>
            <a:ext cx="243840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Trả lời câu hỏi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828353-5C2C-6A68-8FB8-C4689029B3A3}"/>
              </a:ext>
            </a:extLst>
          </p:cNvPr>
          <p:cNvSpPr/>
          <p:nvPr/>
        </p:nvSpPr>
        <p:spPr>
          <a:xfrm>
            <a:off x="7254240" y="765810"/>
            <a:ext cx="243840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thực thể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tên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898B97-5091-8F27-AB82-479BDF9D6EFD}"/>
              </a:ext>
            </a:extLst>
          </p:cNvPr>
          <p:cNvSpPr/>
          <p:nvPr/>
        </p:nvSpPr>
        <p:spPr>
          <a:xfrm>
            <a:off x="8900160" y="2045970"/>
            <a:ext cx="243840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637547-F5CA-3FF1-247A-C861954BA993}"/>
              </a:ext>
            </a:extLst>
          </p:cNvPr>
          <p:cNvSpPr/>
          <p:nvPr/>
        </p:nvSpPr>
        <p:spPr>
          <a:xfrm>
            <a:off x="8900160" y="3756660"/>
            <a:ext cx="243840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cú pháp và phụ thuộc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2F5E72-F752-809B-D577-30D8013DD340}"/>
              </a:ext>
            </a:extLst>
          </p:cNvPr>
          <p:cNvSpPr/>
          <p:nvPr/>
        </p:nvSpPr>
        <p:spPr>
          <a:xfrm>
            <a:off x="7254240" y="5227320"/>
            <a:ext cx="243840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hiện ý định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EAF6AC-9E41-200C-7903-FDB633A787B7}"/>
              </a:ext>
            </a:extLst>
          </p:cNvPr>
          <p:cNvSpPr/>
          <p:nvPr/>
        </p:nvSpPr>
        <p:spPr>
          <a:xfrm>
            <a:off x="426720" y="167640"/>
            <a:ext cx="11369040" cy="64770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NLP</a:t>
            </a:r>
          </a:p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PHỔ BIẾN</a:t>
            </a:r>
          </a:p>
        </p:txBody>
      </p:sp>
    </p:spTree>
    <p:extLst>
      <p:ext uri="{BB962C8B-B14F-4D97-AF65-F5344CB8AC3E}">
        <p14:creationId xmlns:p14="http://schemas.microsoft.com/office/powerpoint/2010/main" val="632685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C93A894-7D87-966F-BABD-2C38BC2FC3B2}"/>
              </a:ext>
            </a:extLst>
          </p:cNvPr>
          <p:cNvSpPr/>
          <p:nvPr/>
        </p:nvSpPr>
        <p:spPr>
          <a:xfrm>
            <a:off x="740228" y="2057400"/>
            <a:ext cx="2743200" cy="2743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 tuệ nhân tạo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D345C5-9F1A-6AAE-0C11-5FD9C58262E1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56020D-478C-0ABC-A3DD-09F2B4F47775}"/>
              </a:ext>
            </a:extLst>
          </p:cNvPr>
          <p:cNvSpPr/>
          <p:nvPr/>
        </p:nvSpPr>
        <p:spPr>
          <a:xfrm>
            <a:off x="4230914" y="5035006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2C9DDA1-3602-1CA3-8413-BA573C424BDB}"/>
              </a:ext>
            </a:extLst>
          </p:cNvPr>
          <p:cNvSpPr/>
          <p:nvPr/>
        </p:nvSpPr>
        <p:spPr>
          <a:xfrm>
            <a:off x="4230914" y="634274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EA0B3B-099E-3C4F-96F5-85D7CA9CA8A5}"/>
              </a:ext>
            </a:extLst>
          </p:cNvPr>
          <p:cNvSpPr/>
          <p:nvPr/>
        </p:nvSpPr>
        <p:spPr>
          <a:xfrm>
            <a:off x="8534400" y="1228634"/>
            <a:ext cx="2772229" cy="9194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học từ dữ liệu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8F1E760-4964-97DC-48BB-BC1B86C887FB}"/>
              </a:ext>
            </a:extLst>
          </p:cNvPr>
          <p:cNvSpPr/>
          <p:nvPr/>
        </p:nvSpPr>
        <p:spPr>
          <a:xfrm>
            <a:off x="8708572" y="2969260"/>
            <a:ext cx="2772229" cy="9194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cần thiết lập các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tắc chi tiết từ đầu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B62769-A010-0574-A7EB-CD602BBEDCCB}"/>
              </a:ext>
            </a:extLst>
          </p:cNvPr>
          <p:cNvSpPr/>
          <p:nvPr/>
        </p:nvSpPr>
        <p:spPr>
          <a:xfrm>
            <a:off x="8534400" y="4709886"/>
            <a:ext cx="2772229" cy="9194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 để dự đoán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 mới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00F9DC-510A-4FF9-F887-3F121A1A3D9E}"/>
              </a:ext>
            </a:extLst>
          </p:cNvPr>
          <p:cNvCxnSpPr>
            <a:stCxn id="2" idx="7"/>
            <a:endCxn id="5" idx="3"/>
          </p:cNvCxnSpPr>
          <p:nvPr/>
        </p:nvCxnSpPr>
        <p:spPr>
          <a:xfrm flipV="1">
            <a:off x="3081696" y="1648910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9C2F2-F79D-7F87-98DE-60B0370B44B0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3483428" y="3429000"/>
            <a:ext cx="1698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0853EC-E57F-3AE1-F7B2-51B80384189A}"/>
              </a:ext>
            </a:extLst>
          </p:cNvPr>
          <p:cNvCxnSpPr>
            <a:cxnSpLocks/>
            <a:stCxn id="2" idx="5"/>
            <a:endCxn id="4" idx="1"/>
          </p:cNvCxnSpPr>
          <p:nvPr/>
        </p:nvCxnSpPr>
        <p:spPr>
          <a:xfrm>
            <a:off x="3081696" y="4398868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5233C2-4E7C-22D7-5336-C6993133B957}"/>
              </a:ext>
            </a:extLst>
          </p:cNvPr>
          <p:cNvCxnSpPr>
            <a:stCxn id="3" idx="7"/>
            <a:endCxn id="6" idx="1"/>
          </p:cNvCxnSpPr>
          <p:nvPr/>
        </p:nvCxnSpPr>
        <p:spPr>
          <a:xfrm flipV="1">
            <a:off x="6742578" y="1688374"/>
            <a:ext cx="179182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16370CF-1B3C-32A2-624F-C7E6B9859017}"/>
              </a:ext>
            </a:extLst>
          </p:cNvPr>
          <p:cNvCxnSpPr>
            <a:cxnSpLocks/>
            <a:stCxn id="3" idx="5"/>
            <a:endCxn id="8" idx="1"/>
          </p:cNvCxnSpPr>
          <p:nvPr/>
        </p:nvCxnSpPr>
        <p:spPr>
          <a:xfrm>
            <a:off x="6742578" y="4075578"/>
            <a:ext cx="179182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EACA14A-8D75-D144-AAC5-56882ABBAC0F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7010400" y="3429000"/>
            <a:ext cx="169817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107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AA4B0FD-9954-69FB-49F2-0F0DC2469020}"/>
              </a:ext>
            </a:extLst>
          </p:cNvPr>
          <p:cNvSpPr/>
          <p:nvPr/>
        </p:nvSpPr>
        <p:spPr>
          <a:xfrm>
            <a:off x="4053837" y="801676"/>
            <a:ext cx="4084321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ML trong NLP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A53023-67AF-38F2-66E5-5258F218813D}"/>
              </a:ext>
            </a:extLst>
          </p:cNvPr>
          <p:cNvSpPr/>
          <p:nvPr/>
        </p:nvSpPr>
        <p:spPr>
          <a:xfrm>
            <a:off x="8702039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cảm xúc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B5EB69-EE94-3DC1-815A-95EF6F381FB0}"/>
              </a:ext>
            </a:extLst>
          </p:cNvPr>
          <p:cNvSpPr/>
          <p:nvPr/>
        </p:nvSpPr>
        <p:spPr>
          <a:xfrm>
            <a:off x="533401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E8BCBD-54D4-40CA-BD54-CC53A74125BA}"/>
              </a:ext>
            </a:extLst>
          </p:cNvPr>
          <p:cNvSpPr/>
          <p:nvPr/>
        </p:nvSpPr>
        <p:spPr>
          <a:xfrm>
            <a:off x="6309360" y="5151124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4418839-9F8F-4BD4-730B-2CDE7C7C29D8}"/>
              </a:ext>
            </a:extLst>
          </p:cNvPr>
          <p:cNvSpPr/>
          <p:nvPr/>
        </p:nvSpPr>
        <p:spPr>
          <a:xfrm>
            <a:off x="2926080" y="5151121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Gán nhãn thực thể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CD9A8B5-695A-E804-1A4C-A2C78DCDE584}"/>
              </a:ext>
            </a:extLst>
          </p:cNvPr>
          <p:cNvCxnSpPr>
            <a:cxnSpLocks/>
            <a:stCxn id="2" idx="4"/>
            <a:endCxn id="4" idx="3"/>
          </p:cNvCxnSpPr>
          <p:nvPr/>
        </p:nvCxnSpPr>
        <p:spPr>
          <a:xfrm rot="5400000">
            <a:off x="4165118" y="1955320"/>
            <a:ext cx="1255724" cy="2606037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FDC16D4-A573-1A80-33E5-8156B5538056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 rot="5400000">
            <a:off x="3989857" y="3044979"/>
            <a:ext cx="2520645" cy="169163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42A035A-DAFF-AB62-08FC-32D87A0AE305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 rot="16200000" flipH="1">
            <a:off x="6771156" y="1955317"/>
            <a:ext cx="1255724" cy="2606041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A795B024-C956-FD22-8AC9-633651BBB8BB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rot="16200000" flipH="1">
            <a:off x="5681495" y="3044979"/>
            <a:ext cx="2520648" cy="169164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442A10D-D5C6-C1D2-05BA-F1D7741766AA}"/>
              </a:ext>
            </a:extLst>
          </p:cNvPr>
          <p:cNvSpPr txBox="1"/>
          <p:nvPr/>
        </p:nvSpPr>
        <p:spPr>
          <a:xfrm>
            <a:off x="5219797" y="3929688"/>
            <a:ext cx="17524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hóa</a:t>
            </a:r>
          </a:p>
        </p:txBody>
      </p:sp>
    </p:spTree>
    <p:extLst>
      <p:ext uri="{BB962C8B-B14F-4D97-AF65-F5344CB8AC3E}">
        <p14:creationId xmlns:p14="http://schemas.microsoft.com/office/powerpoint/2010/main" val="155984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5D2AF87-287C-2287-892D-B485C21315AA}"/>
              </a:ext>
            </a:extLst>
          </p:cNvPr>
          <p:cNvSpPr/>
          <p:nvPr/>
        </p:nvSpPr>
        <p:spPr>
          <a:xfrm>
            <a:off x="2929265" y="259080"/>
            <a:ext cx="6400800" cy="64008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EA9A5C3-D467-118E-9212-B297BADF0045}"/>
              </a:ext>
            </a:extLst>
          </p:cNvPr>
          <p:cNvSpPr/>
          <p:nvPr/>
        </p:nvSpPr>
        <p:spPr>
          <a:xfrm>
            <a:off x="3843665" y="2087880"/>
            <a:ext cx="4572000" cy="4572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kiến trúc mạng neural, như ANN, CNN, RNN,…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A714A-CD94-A09D-A82C-4DAE3CCA9272}"/>
              </a:ext>
            </a:extLst>
          </p:cNvPr>
          <p:cNvSpPr txBox="1"/>
          <p:nvPr/>
        </p:nvSpPr>
        <p:spPr>
          <a:xfrm>
            <a:off x="5320788" y="911870"/>
            <a:ext cx="15504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máy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9CD58-76B0-A757-1107-0C5AE9FC9522}"/>
              </a:ext>
            </a:extLst>
          </p:cNvPr>
          <p:cNvSpPr txBox="1"/>
          <p:nvPr/>
        </p:nvSpPr>
        <p:spPr>
          <a:xfrm>
            <a:off x="5424183" y="2936260"/>
            <a:ext cx="1410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sâu</a:t>
            </a:r>
          </a:p>
        </p:txBody>
      </p:sp>
    </p:spTree>
    <p:extLst>
      <p:ext uri="{BB962C8B-B14F-4D97-AF65-F5344CB8AC3E}">
        <p14:creationId xmlns:p14="http://schemas.microsoft.com/office/powerpoint/2010/main" val="3176773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46722D-FF25-5EBE-35FB-EE1690CB7D17}"/>
              </a:ext>
            </a:extLst>
          </p:cNvPr>
          <p:cNvSpPr/>
          <p:nvPr/>
        </p:nvSpPr>
        <p:spPr>
          <a:xfrm>
            <a:off x="2804160" y="185420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71F85F-219D-C03B-0598-30E615AF0794}"/>
              </a:ext>
            </a:extLst>
          </p:cNvPr>
          <p:cNvSpPr/>
          <p:nvPr/>
        </p:nvSpPr>
        <p:spPr>
          <a:xfrm>
            <a:off x="6096000" y="415544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biểu diễn ngôn ngữ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52AE59-7F56-2078-268A-74F44205F22F}"/>
              </a:ext>
            </a:extLst>
          </p:cNvPr>
          <p:cNvSpPr/>
          <p:nvPr/>
        </p:nvSpPr>
        <p:spPr>
          <a:xfrm>
            <a:off x="6096000" y="167894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50ADEE-F322-56C9-4417-9300E6BC1E36}"/>
              </a:ext>
            </a:extLst>
          </p:cNvPr>
          <p:cNvSpPr/>
          <p:nvPr/>
        </p:nvSpPr>
        <p:spPr>
          <a:xfrm>
            <a:off x="6096000" y="291719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C0F756-81D7-6F21-B319-171978FA403A}"/>
              </a:ext>
            </a:extLst>
          </p:cNvPr>
          <p:cNvSpPr/>
          <p:nvPr/>
        </p:nvSpPr>
        <p:spPr>
          <a:xfrm>
            <a:off x="6096000" y="44069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0EF1DA2B-66EA-CC47-8EC3-57AF7AF2B2AC}"/>
              </a:ext>
            </a:extLst>
          </p:cNvPr>
          <p:cNvCxnSpPr>
            <a:stCxn id="2" idx="6"/>
            <a:endCxn id="6" idx="1"/>
          </p:cNvCxnSpPr>
          <p:nvPr/>
        </p:nvCxnSpPr>
        <p:spPr>
          <a:xfrm flipV="1">
            <a:off x="4632960" y="935990"/>
            <a:ext cx="1463040" cy="18326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9C72957-7A68-12FA-7994-9DDCF6550129}"/>
              </a:ext>
            </a:extLst>
          </p:cNvPr>
          <p:cNvCxnSpPr>
            <a:stCxn id="2" idx="6"/>
            <a:endCxn id="4" idx="1"/>
          </p:cNvCxnSpPr>
          <p:nvPr/>
        </p:nvCxnSpPr>
        <p:spPr>
          <a:xfrm flipV="1">
            <a:off x="4632960" y="2174240"/>
            <a:ext cx="1463040" cy="5943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00A91E8-60FF-74CE-1EBB-9303144FA610}"/>
              </a:ext>
            </a:extLst>
          </p:cNvPr>
          <p:cNvCxnSpPr>
            <a:stCxn id="2" idx="6"/>
            <a:endCxn id="5" idx="1"/>
          </p:cNvCxnSpPr>
          <p:nvPr/>
        </p:nvCxnSpPr>
        <p:spPr>
          <a:xfrm>
            <a:off x="4632960" y="2768600"/>
            <a:ext cx="1463040" cy="64389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6D49D2D0-29C4-F4C9-0AA1-A0994B38E3F7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4632960" y="2768600"/>
            <a:ext cx="1463040" cy="18821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398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2A9045-37AF-BD57-DB8A-A5917BBE2C70}"/>
              </a:ext>
            </a:extLst>
          </p:cNvPr>
          <p:cNvSpPr/>
          <p:nvPr/>
        </p:nvSpPr>
        <p:spPr>
          <a:xfrm>
            <a:off x="5059680" y="2674620"/>
            <a:ext cx="2072640" cy="15087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RNN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08B3FA6-2A8B-CE6A-EB9D-979B4BE4BB71}"/>
              </a:ext>
            </a:extLst>
          </p:cNvPr>
          <p:cNvSpPr/>
          <p:nvPr/>
        </p:nvSpPr>
        <p:spPr>
          <a:xfrm>
            <a:off x="5059680" y="54864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5D06E8-607D-B7AE-51DF-764F368B9331}"/>
              </a:ext>
            </a:extLst>
          </p:cNvPr>
          <p:cNvSpPr/>
          <p:nvPr/>
        </p:nvSpPr>
        <p:spPr>
          <a:xfrm>
            <a:off x="144780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308D715-8EA3-EE0A-F5F6-491788C36F78}"/>
              </a:ext>
            </a:extLst>
          </p:cNvPr>
          <p:cNvSpPr/>
          <p:nvPr/>
        </p:nvSpPr>
        <p:spPr>
          <a:xfrm>
            <a:off x="867156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ngôn ngữ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3B00F1-65D5-ACAC-EE01-76EEB0B37000}"/>
              </a:ext>
            </a:extLst>
          </p:cNvPr>
          <p:cNvCxnSpPr/>
          <p:nvPr/>
        </p:nvCxnSpPr>
        <p:spPr>
          <a:xfrm flipH="1">
            <a:off x="352044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4A09DC-0C6F-0A08-D019-75E2D9E77DD4}"/>
              </a:ext>
            </a:extLst>
          </p:cNvPr>
          <p:cNvCxnSpPr>
            <a:cxnSpLocks/>
          </p:cNvCxnSpPr>
          <p:nvPr/>
        </p:nvCxnSpPr>
        <p:spPr>
          <a:xfrm>
            <a:off x="713232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0AA2FC-2756-D2A1-E5FE-964507DB0F2A}"/>
              </a:ext>
            </a:extLst>
          </p:cNvPr>
          <p:cNvCxnSpPr>
            <a:cxnSpLocks/>
            <a:stCxn id="2" idx="0"/>
            <a:endCxn id="3" idx="2"/>
          </p:cNvCxnSpPr>
          <p:nvPr/>
        </p:nvCxnSpPr>
        <p:spPr>
          <a:xfrm flipV="1">
            <a:off x="6096000" y="1417320"/>
            <a:ext cx="0" cy="12573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04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rrow: Right 9">
            <a:extLst>
              <a:ext uri="{FF2B5EF4-FFF2-40B4-BE49-F238E27FC236}">
                <a16:creationId xmlns:a16="http://schemas.microsoft.com/office/drawing/2014/main" id="{2043271D-F8A6-3B3C-1C95-AF61E446FBFD}"/>
              </a:ext>
            </a:extLst>
          </p:cNvPr>
          <p:cNvSpPr/>
          <p:nvPr/>
        </p:nvSpPr>
        <p:spPr>
          <a:xfrm>
            <a:off x="6096015" y="3856434"/>
            <a:ext cx="5715000" cy="323850"/>
          </a:xfrm>
          <a:prstGeom prst="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74455E-E9B1-8FDA-2966-682A897A24B2}"/>
              </a:ext>
            </a:extLst>
          </p:cNvPr>
          <p:cNvSpPr/>
          <p:nvPr/>
        </p:nvSpPr>
        <p:spPr>
          <a:xfrm>
            <a:off x="381015" y="3936206"/>
            <a:ext cx="5714985" cy="161926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281AC3-45F0-839D-A25A-232D1C1E14FF}"/>
              </a:ext>
            </a:extLst>
          </p:cNvPr>
          <p:cNvSpPr txBox="1"/>
          <p:nvPr/>
        </p:nvSpPr>
        <p:spPr>
          <a:xfrm>
            <a:off x="5644594" y="239857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5FD615-180A-2449-AC12-A1262D8C80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096000" y="2921794"/>
            <a:ext cx="0" cy="17865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8E5ADCB-6E5E-BB43-4C70-7BD76E082A17}"/>
              </a:ext>
            </a:extLst>
          </p:cNvPr>
          <p:cNvSpPr txBox="1"/>
          <p:nvPr/>
        </p:nvSpPr>
        <p:spPr>
          <a:xfrm>
            <a:off x="1896633" y="3141582"/>
            <a:ext cx="2683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RNN, LSTM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tương tự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46C356-26E4-AB3D-BF0E-218F9F30DFC7}"/>
              </a:ext>
            </a:extLst>
          </p:cNvPr>
          <p:cNvSpPr txBox="1"/>
          <p:nvPr/>
        </p:nvSpPr>
        <p:spPr>
          <a:xfrm>
            <a:off x="6963643" y="3141582"/>
            <a:ext cx="3979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dựa trên Transformer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E2CB2F-D25E-CD7F-6B48-8BE481AEA743}"/>
              </a:ext>
            </a:extLst>
          </p:cNvPr>
          <p:cNvSpPr txBox="1"/>
          <p:nvPr/>
        </p:nvSpPr>
        <p:spPr>
          <a:xfrm>
            <a:off x="4143861" y="4432953"/>
            <a:ext cx="3904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 ra đời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95A9B6-1F3F-9EBD-2F3E-F9280D647399}"/>
              </a:ext>
            </a:extLst>
          </p:cNvPr>
          <p:cNvSpPr txBox="1"/>
          <p:nvPr/>
        </p:nvSpPr>
        <p:spPr>
          <a:xfrm>
            <a:off x="3762092" y="811997"/>
            <a:ext cx="4667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Công cụ phổ biến để thực thi </a:t>
            </a:r>
          </a:p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Xử lý ngôn ngữ tự nhiên</a:t>
            </a:r>
          </a:p>
        </p:txBody>
      </p:sp>
    </p:spTree>
    <p:extLst>
      <p:ext uri="{BB962C8B-B14F-4D97-AF65-F5344CB8AC3E}">
        <p14:creationId xmlns:p14="http://schemas.microsoft.com/office/powerpoint/2010/main" val="338498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E6EACA0-C411-5424-625B-BB63423520E8}"/>
              </a:ext>
            </a:extLst>
          </p:cNvPr>
          <p:cNvSpPr/>
          <p:nvPr/>
        </p:nvSpPr>
        <p:spPr>
          <a:xfrm>
            <a:off x="3124200" y="444500"/>
            <a:ext cx="5943600" cy="596900"/>
          </a:xfrm>
          <a:prstGeom prst="roundRect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 yêu Việt Nam!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74E2C0-B6F4-8167-8B3C-B750C6D19D9F}"/>
              </a:ext>
            </a:extLst>
          </p:cNvPr>
          <p:cNvSpPr/>
          <p:nvPr/>
        </p:nvSpPr>
        <p:spPr>
          <a:xfrm>
            <a:off x="3124200" y="1739900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4BE614-0229-66B1-53B5-347CF3CCE5D8}"/>
              </a:ext>
            </a:extLst>
          </p:cNvPr>
          <p:cNvSpPr/>
          <p:nvPr/>
        </p:nvSpPr>
        <p:spPr>
          <a:xfrm>
            <a:off x="31242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BEE7F4-C9D5-53EE-4C75-4E94512B8308}"/>
              </a:ext>
            </a:extLst>
          </p:cNvPr>
          <p:cNvSpPr/>
          <p:nvPr/>
        </p:nvSpPr>
        <p:spPr>
          <a:xfrm>
            <a:off x="55880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Việt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E7D56EF-4447-300C-9D44-B88CC66B5212}"/>
              </a:ext>
            </a:extLst>
          </p:cNvPr>
          <p:cNvSpPr/>
          <p:nvPr/>
        </p:nvSpPr>
        <p:spPr>
          <a:xfrm>
            <a:off x="43561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54C9395-24BD-1E8E-D8AC-E41CBC46FF9A}"/>
              </a:ext>
            </a:extLst>
          </p:cNvPr>
          <p:cNvSpPr/>
          <p:nvPr/>
        </p:nvSpPr>
        <p:spPr>
          <a:xfrm>
            <a:off x="68199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EFB441-AC2F-9863-C545-1F1327EF1AA5}"/>
              </a:ext>
            </a:extLst>
          </p:cNvPr>
          <p:cNvSpPr/>
          <p:nvPr/>
        </p:nvSpPr>
        <p:spPr>
          <a:xfrm>
            <a:off x="80518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8F3C47F-0D5E-849E-9DE6-2B4BBEF45FD9}"/>
              </a:ext>
            </a:extLst>
          </p:cNvPr>
          <p:cNvSpPr/>
          <p:nvPr/>
        </p:nvSpPr>
        <p:spPr>
          <a:xfrm>
            <a:off x="3124200" y="4578351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bước xử lý tiếp theo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3C8BF0-C566-1341-0527-5FD4DFCE7006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6096000" y="10414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1AF9E7-A5AF-5069-0EC2-D81E0EAE22A4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6096000" y="23368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19E70E2-9FC1-B067-B6D0-A316031D1012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6096000" y="3632200"/>
            <a:ext cx="0" cy="946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E833BEA-D86B-F902-1F6C-813E785905F2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514850" y="1454150"/>
            <a:ext cx="698500" cy="24638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57A6313-9538-B626-0A54-14B5978C14A5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51308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EC22A18-7EAE-E8FA-44D9-E9631339CFBA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16200000" flipH="1">
            <a:off x="63627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3ABB8C43-008B-5286-1D6A-A8410D9AB63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978650" y="1454150"/>
            <a:ext cx="698500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AE3AB7B-2D66-9F76-0E1F-F92A53B6ADD4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16200000" flipH="1">
            <a:off x="43910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696ABE1-5C96-D434-3870-6B8D5160C1F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50069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DD3C0E6A-8E79-674B-36EA-7EDA207ED9AB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62388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F86B6A25-E384-1FE8-8628-675A462B2BF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rot="5400000">
            <a:off x="68548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608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1B4702E-9DCA-34F0-5B8B-036A25BA8845}"/>
              </a:ext>
            </a:extLst>
          </p:cNvPr>
          <p:cNvGrpSpPr/>
          <p:nvPr/>
        </p:nvGrpSpPr>
        <p:grpSpPr>
          <a:xfrm>
            <a:off x="144512" y="2453686"/>
            <a:ext cx="1669048" cy="1773983"/>
            <a:chOff x="5562293" y="42349"/>
            <a:chExt cx="1067413" cy="1138237"/>
          </a:xfrm>
        </p:grpSpPr>
        <p:pic>
          <p:nvPicPr>
            <p:cNvPr id="4" name="Graphic 3" descr="User with solid fill">
              <a:extLst>
                <a:ext uri="{FF2B5EF4-FFF2-40B4-BE49-F238E27FC236}">
                  <a16:creationId xmlns:a16="http://schemas.microsoft.com/office/drawing/2014/main" id="{87D7BFCD-6592-E950-8650-B63437B96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ABBF0DD-2908-E2BB-1A42-72779A1ABEDE}"/>
                </a:ext>
              </a:extLst>
            </p:cNvPr>
            <p:cNvSpPr txBox="1"/>
            <p:nvPr/>
          </p:nvSpPr>
          <p:spPr>
            <a:xfrm>
              <a:off x="5562293" y="884369"/>
              <a:ext cx="1067413" cy="2962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vi-VN" sz="2400">
                  <a:latin typeface="+mj-lt"/>
                </a:rPr>
                <a:t>Người dùng</a:t>
              </a:r>
              <a:endParaRPr lang="en-US" sz="2400">
                <a:latin typeface="+mj-lt"/>
              </a:endParaRPr>
            </a:p>
          </p:txBody>
        </p:sp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5E5F29-A6B3-F7A4-9AD3-41FB1B06FEF2}"/>
              </a:ext>
            </a:extLst>
          </p:cNvPr>
          <p:cNvSpPr/>
          <p:nvPr/>
        </p:nvSpPr>
        <p:spPr>
          <a:xfrm>
            <a:off x="4922520" y="1203960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(Retriever)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7CF419-C0BE-34E9-4143-E6133322B9E8}"/>
              </a:ext>
            </a:extLst>
          </p:cNvPr>
          <p:cNvSpPr/>
          <p:nvPr/>
        </p:nvSpPr>
        <p:spPr>
          <a:xfrm>
            <a:off x="4922520" y="4191001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(Generation)</a:t>
            </a:r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CFD9C029-DA47-EF3A-B013-E4B09F0E7785}"/>
              </a:ext>
            </a:extLst>
          </p:cNvPr>
          <p:cNvSpPr/>
          <p:nvPr/>
        </p:nvSpPr>
        <p:spPr>
          <a:xfrm>
            <a:off x="9403080" y="1203959"/>
            <a:ext cx="2362200" cy="3962401"/>
          </a:xfrm>
          <a:prstGeom prst="can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</a:t>
            </a:r>
          </a:p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64054C4-482B-C55F-6577-08D070607A1C}"/>
              </a:ext>
            </a:extLst>
          </p:cNvPr>
          <p:cNvSpPr/>
          <p:nvPr/>
        </p:nvSpPr>
        <p:spPr>
          <a:xfrm>
            <a:off x="1813560" y="1463039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vấn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89945CF-9F5D-275A-C1B2-A1F33E26E208}"/>
              </a:ext>
            </a:extLst>
          </p:cNvPr>
          <p:cNvSpPr/>
          <p:nvPr/>
        </p:nvSpPr>
        <p:spPr>
          <a:xfrm>
            <a:off x="1813560" y="4450080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D49C6F-B013-4EB2-2910-2622FE620093}"/>
              </a:ext>
            </a:extLst>
          </p:cNvPr>
          <p:cNvCxnSpPr>
            <a:stCxn id="9" idx="3"/>
            <a:endCxn id="6" idx="1"/>
          </p:cNvCxnSpPr>
          <p:nvPr/>
        </p:nvCxnSpPr>
        <p:spPr>
          <a:xfrm>
            <a:off x="3931920" y="1691640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27CF739-13BE-F3CF-A892-F598F50174C2}"/>
              </a:ext>
            </a:extLst>
          </p:cNvPr>
          <p:cNvCxnSpPr>
            <a:cxnSpLocks/>
            <a:stCxn id="7" idx="1"/>
            <a:endCxn id="10" idx="3"/>
          </p:cNvCxnSpPr>
          <p:nvPr/>
        </p:nvCxnSpPr>
        <p:spPr>
          <a:xfrm flipH="1">
            <a:off x="3931920" y="4678681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664FE2B-655B-AAD8-CF65-7A6F5BC57C43}"/>
              </a:ext>
            </a:extLst>
          </p:cNvPr>
          <p:cNvCxnSpPr>
            <a:stCxn id="6" idx="3"/>
          </p:cNvCxnSpPr>
          <p:nvPr/>
        </p:nvCxnSpPr>
        <p:spPr>
          <a:xfrm>
            <a:off x="7421880" y="1691640"/>
            <a:ext cx="1981200" cy="8737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4CA0323-4D09-C302-8802-B5F35FDE4EFE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 flipV="1">
            <a:off x="7421880" y="3536181"/>
            <a:ext cx="1981200" cy="11424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19C23A-4786-ADD3-40D9-454C94906C68}"/>
              </a:ext>
            </a:extLst>
          </p:cNvPr>
          <p:cNvCxnSpPr>
            <a:cxnSpLocks/>
            <a:stCxn id="10" idx="1"/>
            <a:endCxn id="5" idx="2"/>
          </p:cNvCxnSpPr>
          <p:nvPr/>
        </p:nvCxnSpPr>
        <p:spPr>
          <a:xfrm rot="10800000">
            <a:off x="979036" y="4227669"/>
            <a:ext cx="834524" cy="4510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4021C51-D4F5-A62D-8EFD-AE8F4793F3C2}"/>
              </a:ext>
            </a:extLst>
          </p:cNvPr>
          <p:cNvCxnSpPr>
            <a:cxnSpLocks/>
            <a:endCxn id="9" idx="1"/>
          </p:cNvCxnSpPr>
          <p:nvPr/>
        </p:nvCxnSpPr>
        <p:spPr>
          <a:xfrm rot="5400000" flipH="1" flipV="1">
            <a:off x="959417" y="1711258"/>
            <a:ext cx="873760" cy="8345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366D0C5-F9DD-9FA3-AA8B-5D6B749D909D}"/>
              </a:ext>
            </a:extLst>
          </p:cNvPr>
          <p:cNvSpPr/>
          <p:nvPr/>
        </p:nvSpPr>
        <p:spPr>
          <a:xfrm>
            <a:off x="4309110" y="807029"/>
            <a:ext cx="3726180" cy="506729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A02826-AF73-46E8-272E-2FB94B40B317}"/>
              </a:ext>
            </a:extLst>
          </p:cNvPr>
          <p:cNvSpPr txBox="1"/>
          <p:nvPr/>
        </p:nvSpPr>
        <p:spPr>
          <a:xfrm>
            <a:off x="4309110" y="2946400"/>
            <a:ext cx="3726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B8465D-DDFD-DCF6-DA6B-BE21B293CCFE}"/>
              </a:ext>
            </a:extLst>
          </p:cNvPr>
          <p:cNvSpPr txBox="1"/>
          <p:nvPr/>
        </p:nvSpPr>
        <p:spPr>
          <a:xfrm>
            <a:off x="8422052" y="1917050"/>
            <a:ext cx="6253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26999C-F843-41D6-A0D2-510571E38CB2}"/>
              </a:ext>
            </a:extLst>
          </p:cNvPr>
          <p:cNvSpPr txBox="1"/>
          <p:nvPr/>
        </p:nvSpPr>
        <p:spPr>
          <a:xfrm>
            <a:off x="8412480" y="3534162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</a:p>
        </p:txBody>
      </p:sp>
    </p:spTree>
    <p:extLst>
      <p:ext uri="{BB962C8B-B14F-4D97-AF65-F5344CB8AC3E}">
        <p14:creationId xmlns:p14="http://schemas.microsoft.com/office/powerpoint/2010/main" val="1922149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0E941A3-54DE-67E3-D11E-FE8F7583CEBF}"/>
              </a:ext>
            </a:extLst>
          </p:cNvPr>
          <p:cNvSpPr/>
          <p:nvPr/>
        </p:nvSpPr>
        <p:spPr>
          <a:xfrm>
            <a:off x="4754880" y="2526030"/>
            <a:ext cx="2682240" cy="180594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 học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A84239-E2F6-B996-A55F-0A9D0AB459D6}"/>
              </a:ext>
            </a:extLst>
          </p:cNvPr>
          <p:cNvSpPr/>
          <p:nvPr/>
        </p:nvSpPr>
        <p:spPr>
          <a:xfrm>
            <a:off x="2286000" y="215594"/>
            <a:ext cx="223266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học tập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0C6347-D29F-2FFC-34DE-BA5DC078D010}"/>
              </a:ext>
            </a:extLst>
          </p:cNvPr>
          <p:cNvSpPr/>
          <p:nvPr/>
        </p:nvSpPr>
        <p:spPr>
          <a:xfrm>
            <a:off x="62865" y="1828800"/>
            <a:ext cx="208788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 hiệu suất học tập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2B4FB11-04DA-3102-AFDA-278EA077DE41}"/>
              </a:ext>
            </a:extLst>
          </p:cNvPr>
          <p:cNvSpPr/>
          <p:nvPr/>
        </p:nvSpPr>
        <p:spPr>
          <a:xfrm>
            <a:off x="291084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giáo dục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814A9F-BB31-4277-5198-15FF7D4FA416}"/>
              </a:ext>
            </a:extLst>
          </p:cNvPr>
          <p:cNvSpPr/>
          <p:nvPr/>
        </p:nvSpPr>
        <p:spPr>
          <a:xfrm>
            <a:off x="2369820" y="4331970"/>
            <a:ext cx="2385060" cy="1245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 năng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hỏi đáp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5661D-2E1A-19B4-9708-922EE68310FD}"/>
              </a:ext>
            </a:extLst>
          </p:cNvPr>
          <p:cNvSpPr/>
          <p:nvPr/>
        </p:nvSpPr>
        <p:spPr>
          <a:xfrm>
            <a:off x="743712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kỹ thuật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D216D5-A62F-AC52-CDB8-6EE533EDC105}"/>
              </a:ext>
            </a:extLst>
          </p:cNvPr>
          <p:cNvSpPr/>
          <p:nvPr/>
        </p:nvSpPr>
        <p:spPr>
          <a:xfrm>
            <a:off x="7764780" y="11082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công nghệ hiện đại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29EE6E-EB1D-1AC5-BE29-453C06508D4A}"/>
              </a:ext>
            </a:extLst>
          </p:cNvPr>
          <p:cNvSpPr/>
          <p:nvPr/>
        </p:nvSpPr>
        <p:spPr>
          <a:xfrm>
            <a:off x="10203180" y="173545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chinh xác, tự nhiên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686CE-5089-396C-6022-CB159C50E559}"/>
              </a:ext>
            </a:extLst>
          </p:cNvPr>
          <p:cNvSpPr/>
          <p:nvPr/>
        </p:nvSpPr>
        <p:spPr>
          <a:xfrm>
            <a:off x="7437120" y="433197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năng nâng cao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FBD387-080D-8A16-A064-41C9BD3D17CA}"/>
              </a:ext>
            </a:extLst>
          </p:cNvPr>
          <p:cNvSpPr/>
          <p:nvPr/>
        </p:nvSpPr>
        <p:spPr>
          <a:xfrm>
            <a:off x="10119360" y="441388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tùy chọn cá nhân hóa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85AE00-1325-E81E-1C32-073054BF7C8D}"/>
              </a:ext>
            </a:extLst>
          </p:cNvPr>
          <p:cNvSpPr/>
          <p:nvPr/>
        </p:nvSpPr>
        <p:spPr>
          <a:xfrm>
            <a:off x="8686800" y="557784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Voicechat,…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C04F432-56C3-5DFC-90FC-F6DBD87FF59C}"/>
              </a:ext>
            </a:extLst>
          </p:cNvPr>
          <p:cNvSpPr/>
          <p:nvPr/>
        </p:nvSpPr>
        <p:spPr>
          <a:xfrm>
            <a:off x="10119360" y="22860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dễ mở rộng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4F8C7C-D774-FB9C-30C8-C7C037E45B67}"/>
              </a:ext>
            </a:extLst>
          </p:cNvPr>
          <p:cNvCxnSpPr>
            <a:cxnSpLocks/>
            <a:stCxn id="2" idx="1"/>
            <a:endCxn id="5" idx="5"/>
          </p:cNvCxnSpPr>
          <p:nvPr/>
        </p:nvCxnSpPr>
        <p:spPr>
          <a:xfrm flipH="1" flipV="1">
            <a:off x="4484827" y="2567013"/>
            <a:ext cx="662858" cy="2234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945FBE-B18B-17B3-A534-F2FFAB2B4AD2}"/>
              </a:ext>
            </a:extLst>
          </p:cNvPr>
          <p:cNvCxnSpPr>
            <a:stCxn id="2" idx="3"/>
            <a:endCxn id="6" idx="7"/>
          </p:cNvCxnSpPr>
          <p:nvPr/>
        </p:nvCxnSpPr>
        <p:spPr>
          <a:xfrm flipH="1">
            <a:off x="4405596" y="4067496"/>
            <a:ext cx="742089" cy="4469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5BAFB3-7492-5EA0-04ED-33345C5D7C61}"/>
              </a:ext>
            </a:extLst>
          </p:cNvPr>
          <p:cNvCxnSpPr>
            <a:stCxn id="2" idx="5"/>
            <a:endCxn id="10" idx="1"/>
          </p:cNvCxnSpPr>
          <p:nvPr/>
        </p:nvCxnSpPr>
        <p:spPr>
          <a:xfrm>
            <a:off x="7044315" y="4067496"/>
            <a:ext cx="662858" cy="39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64C0BA-48F1-0279-7841-32894E6262A4}"/>
              </a:ext>
            </a:extLst>
          </p:cNvPr>
          <p:cNvCxnSpPr>
            <a:stCxn id="2" idx="7"/>
          </p:cNvCxnSpPr>
          <p:nvPr/>
        </p:nvCxnSpPr>
        <p:spPr>
          <a:xfrm flipV="1">
            <a:off x="7044315" y="2526030"/>
            <a:ext cx="545205" cy="264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B01216-492A-B15F-39E0-0EAAC63B01C7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 flipV="1">
            <a:off x="2150745" y="2179320"/>
            <a:ext cx="760095" cy="819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DFD0F8-AD31-F595-B2DF-2C6B0FED6ADF}"/>
              </a:ext>
            </a:extLst>
          </p:cNvPr>
          <p:cNvCxnSpPr>
            <a:cxnSpLocks/>
            <a:stCxn id="5" idx="0"/>
            <a:endCxn id="3" idx="2"/>
          </p:cNvCxnSpPr>
          <p:nvPr/>
        </p:nvCxnSpPr>
        <p:spPr>
          <a:xfrm flipH="1" flipV="1">
            <a:off x="3402330" y="916634"/>
            <a:ext cx="430530" cy="912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3B88DF3-E08B-F05D-B62D-3A553AE1C6FB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8359140" y="811860"/>
            <a:ext cx="327660" cy="1016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086B33-5B88-68F4-F5E4-F72BEB69127C}"/>
              </a:ext>
            </a:extLst>
          </p:cNvPr>
          <p:cNvCxnSpPr>
            <a:stCxn id="7" idx="6"/>
            <a:endCxn id="9" idx="1"/>
          </p:cNvCxnSpPr>
          <p:nvPr/>
        </p:nvCxnSpPr>
        <p:spPr>
          <a:xfrm flipV="1">
            <a:off x="9281160" y="2085975"/>
            <a:ext cx="922020" cy="175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D2DE2B-88DB-8FE5-42DC-588C2253EA3D}"/>
              </a:ext>
            </a:extLst>
          </p:cNvPr>
          <p:cNvCxnSpPr>
            <a:cxnSpLocks/>
            <a:stCxn id="7" idx="7"/>
          </p:cNvCxnSpPr>
          <p:nvPr/>
        </p:nvCxnSpPr>
        <p:spPr>
          <a:xfrm flipV="1">
            <a:off x="9011107" y="886154"/>
            <a:ext cx="1142543" cy="10693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29DAF2-E2FE-8BE0-28DF-37A001244C41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9281160" y="4764405"/>
            <a:ext cx="838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8EC1AA-44C0-297B-868E-2182A652E7C1}"/>
              </a:ext>
            </a:extLst>
          </p:cNvPr>
          <p:cNvCxnSpPr>
            <a:stCxn id="10" idx="5"/>
            <a:endCxn id="12" idx="0"/>
          </p:cNvCxnSpPr>
          <p:nvPr/>
        </p:nvCxnSpPr>
        <p:spPr>
          <a:xfrm>
            <a:off x="9011107" y="5070183"/>
            <a:ext cx="597713" cy="5076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310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 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7249117-E893-AF9B-3863-275BDB8E792F}"/>
              </a:ext>
            </a:extLst>
          </p:cNvPr>
          <p:cNvCxnSpPr>
            <a:stCxn id="8" idx="1"/>
            <a:endCxn id="3" idx="1"/>
          </p:cNvCxnSpPr>
          <p:nvPr/>
        </p:nvCxnSpPr>
        <p:spPr>
          <a:xfrm rot="10800000" flipH="1">
            <a:off x="2614179" y="2106509"/>
            <a:ext cx="2096363" cy="2644484"/>
          </a:xfrm>
          <a:prstGeom prst="bentConnector3">
            <a:avLst>
              <a:gd name="adj1" fmla="val -443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1D1CD00-98EB-8336-7B7B-0E6774E3C2D1}"/>
              </a:ext>
            </a:extLst>
          </p:cNvPr>
          <p:cNvSpPr txBox="1"/>
          <p:nvPr/>
        </p:nvSpPr>
        <p:spPr>
          <a:xfrm>
            <a:off x="1813273" y="4227772"/>
            <a:ext cx="798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ký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494544"/>
            <a:chOff x="5261639" y="42349"/>
            <a:chExt cx="1421219" cy="1118399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276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1514</TotalTime>
  <Words>1881</Words>
  <Application>Microsoft Office PowerPoint</Application>
  <PresentationFormat>Widescreen</PresentationFormat>
  <Paragraphs>450</Paragraphs>
  <Slides>32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562</cp:revision>
  <dcterms:created xsi:type="dcterms:W3CDTF">2025-05-23T12:28:00Z</dcterms:created>
  <dcterms:modified xsi:type="dcterms:W3CDTF">2025-05-29T07:58:03Z</dcterms:modified>
</cp:coreProperties>
</file>