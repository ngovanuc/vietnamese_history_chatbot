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56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848F27-9E02-524C-BD0D-8267EB4471BA}"/>
              </a:ext>
            </a:extLst>
          </p:cNvPr>
          <p:cNvSpPr txBox="1"/>
          <p:nvPr/>
        </p:nvSpPr>
        <p:spPr>
          <a:xfrm>
            <a:off x="470647" y="34962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pp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C53F684-CADB-23ED-A84A-15C9C0DCBACB}"/>
              </a:ext>
            </a:extLst>
          </p:cNvPr>
          <p:cNvSpPr/>
          <p:nvPr/>
        </p:nvSpPr>
        <p:spPr>
          <a:xfrm>
            <a:off x="9784977" y="367656"/>
            <a:ext cx="1936376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506012-F42C-6E7E-895E-7031032EF19C}"/>
              </a:ext>
            </a:extLst>
          </p:cNvPr>
          <p:cNvSpPr/>
          <p:nvPr/>
        </p:nvSpPr>
        <p:spPr>
          <a:xfrm>
            <a:off x="9784977" y="2019306"/>
            <a:ext cx="1936376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C3D5F3-8156-2DF9-F403-84583266D6BC}"/>
              </a:ext>
            </a:extLst>
          </p:cNvPr>
          <p:cNvSpPr/>
          <p:nvPr/>
        </p:nvSpPr>
        <p:spPr>
          <a:xfrm>
            <a:off x="9784977" y="3255786"/>
            <a:ext cx="1936376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37418CE-22B3-0FFE-480A-E08203B38E07}"/>
              </a:ext>
            </a:extLst>
          </p:cNvPr>
          <p:cNvSpPr/>
          <p:nvPr/>
        </p:nvSpPr>
        <p:spPr>
          <a:xfrm>
            <a:off x="7464335" y="2640064"/>
            <a:ext cx="1498507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37A3E2C-DFA4-FB1B-DC0F-8D8321EE7010}"/>
              </a:ext>
            </a:extLst>
          </p:cNvPr>
          <p:cNvSpPr/>
          <p:nvPr/>
        </p:nvSpPr>
        <p:spPr>
          <a:xfrm>
            <a:off x="7454899" y="4174870"/>
            <a:ext cx="1498507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1B3820-D328-1DBF-5AB7-5083902FA8A9}"/>
              </a:ext>
            </a:extLst>
          </p:cNvPr>
          <p:cNvSpPr/>
          <p:nvPr/>
        </p:nvSpPr>
        <p:spPr>
          <a:xfrm>
            <a:off x="5149895" y="367656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D18D024-5D31-4437-63AE-A5A67B3A6911}"/>
              </a:ext>
            </a:extLst>
          </p:cNvPr>
          <p:cNvSpPr/>
          <p:nvPr/>
        </p:nvSpPr>
        <p:spPr>
          <a:xfrm>
            <a:off x="7454900" y="367656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52DB736-6BD0-1C67-28DD-FB77776B0682}"/>
              </a:ext>
            </a:extLst>
          </p:cNvPr>
          <p:cNvSpPr/>
          <p:nvPr/>
        </p:nvSpPr>
        <p:spPr>
          <a:xfrm>
            <a:off x="2844893" y="2633858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input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19A16DE-F0BE-959B-53BC-AAE01335888B}"/>
              </a:ext>
            </a:extLst>
          </p:cNvPr>
          <p:cNvSpPr/>
          <p:nvPr/>
        </p:nvSpPr>
        <p:spPr>
          <a:xfrm>
            <a:off x="5149897" y="2633858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Trích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B58F84-B77C-D569-875E-B8B585695C81}"/>
              </a:ext>
            </a:extLst>
          </p:cNvPr>
          <p:cNvSpPr/>
          <p:nvPr/>
        </p:nvSpPr>
        <p:spPr>
          <a:xfrm>
            <a:off x="5149895" y="4169832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prompt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6740C20-BE2F-0BC6-8CFC-DC1687CE15CB}"/>
              </a:ext>
            </a:extLst>
          </p:cNvPr>
          <p:cNvSpPr/>
          <p:nvPr/>
        </p:nvSpPr>
        <p:spPr>
          <a:xfrm>
            <a:off x="2902134" y="4169832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output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 descr="A black and white image of a person's face&#10;&#10;AI-generated content may be incorrect.">
            <a:extLst>
              <a:ext uri="{FF2B5EF4-FFF2-40B4-BE49-F238E27FC236}">
                <a16:creationId xmlns:a16="http://schemas.microsoft.com/office/drawing/2014/main" id="{ED3099EC-BF71-2F7C-0E8A-8E4EE34B8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4" y="3255786"/>
            <a:ext cx="880070" cy="10704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AC8D24A-9E04-FE66-66BA-F7DB58BD5EE5}"/>
              </a:ext>
            </a:extLst>
          </p:cNvPr>
          <p:cNvSpPr txBox="1"/>
          <p:nvPr/>
        </p:nvSpPr>
        <p:spPr>
          <a:xfrm>
            <a:off x="864985" y="4329427"/>
            <a:ext cx="1050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Người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40EEEB-B16F-FE39-4D99-F7688954752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648402" y="678620"/>
            <a:ext cx="8064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AC721A-7FAE-13A6-ADA2-EC6C09DFBA2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8953407" y="678620"/>
            <a:ext cx="8315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D77A04B-5592-2B8C-A78C-312A0FDF43A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0753165" y="989584"/>
            <a:ext cx="0" cy="10297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3CEF1D-DFD6-410F-D390-26139C8200D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343400" y="2944822"/>
            <a:ext cx="8064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CCCEBF-3E22-E2F3-B5FC-C13FD2E25741}"/>
              </a:ext>
            </a:extLst>
          </p:cNvPr>
          <p:cNvCxnSpPr>
            <a:cxnSpLocks/>
            <a:stCxn id="13" idx="3"/>
            <a:endCxn id="8" idx="1"/>
          </p:cNvCxnSpPr>
          <p:nvPr/>
        </p:nvCxnSpPr>
        <p:spPr>
          <a:xfrm>
            <a:off x="6648404" y="2944822"/>
            <a:ext cx="815931" cy="3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59E49E9-D19E-5261-6F6B-48AE1E3C1621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8204153" y="3256954"/>
            <a:ext cx="9436" cy="917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A5F7461-7158-3B80-2981-8640253A2E49}"/>
              </a:ext>
            </a:extLst>
          </p:cNvPr>
          <p:cNvCxnSpPr>
            <a:cxnSpLocks/>
            <a:stCxn id="9" idx="1"/>
            <a:endCxn id="14" idx="3"/>
          </p:cNvCxnSpPr>
          <p:nvPr/>
        </p:nvCxnSpPr>
        <p:spPr>
          <a:xfrm flipH="1" flipV="1">
            <a:off x="6648402" y="4480796"/>
            <a:ext cx="806497" cy="25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7CBFF66-D44A-FB0C-3A64-70EA6710D10A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4400641" y="4480796"/>
            <a:ext cx="749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EAEDB875-6672-0F9F-D61A-73998C0B19C6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8962845" y="2330269"/>
            <a:ext cx="822133" cy="4796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4539EFC-02BA-0D39-57DB-FA9856F81247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>
            <a:off x="8930891" y="3120839"/>
            <a:ext cx="854086" cy="44339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2D68A04-C40C-5521-B43D-2536923C4C4B}"/>
              </a:ext>
            </a:extLst>
          </p:cNvPr>
          <p:cNvCxnSpPr>
            <a:stCxn id="5" idx="3"/>
            <a:endCxn id="7" idx="3"/>
          </p:cNvCxnSpPr>
          <p:nvPr/>
        </p:nvCxnSpPr>
        <p:spPr>
          <a:xfrm>
            <a:off x="11721353" y="678620"/>
            <a:ext cx="12700" cy="288561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0B0408E-4F5B-EEB7-E3D8-BC3E7E52118F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1858784" y="2944822"/>
            <a:ext cx="986109" cy="538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AF0B6387-7EE6-AD17-DAA2-E24F1D6FCD7F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1830164" y="4101977"/>
            <a:ext cx="1071970" cy="378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D0D6C68-7A66-C523-29CD-9E57B59C6F66}"/>
              </a:ext>
            </a:extLst>
          </p:cNvPr>
          <p:cNvCxnSpPr>
            <a:cxnSpLocks/>
          </p:cNvCxnSpPr>
          <p:nvPr/>
        </p:nvCxnSpPr>
        <p:spPr>
          <a:xfrm flipH="1">
            <a:off x="4945319" y="149225"/>
            <a:ext cx="4506" cy="1049814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8E2D5B7-E5C3-505B-F292-F270573CA103}"/>
              </a:ext>
            </a:extLst>
          </p:cNvPr>
          <p:cNvCxnSpPr>
            <a:cxnSpLocks/>
          </p:cNvCxnSpPr>
          <p:nvPr/>
        </p:nvCxnSpPr>
        <p:spPr>
          <a:xfrm>
            <a:off x="4945319" y="149225"/>
            <a:ext cx="7155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AD7EC239-0F29-0588-BFF3-332A467F769B}"/>
              </a:ext>
            </a:extLst>
          </p:cNvPr>
          <p:cNvCxnSpPr>
            <a:cxnSpLocks/>
          </p:cNvCxnSpPr>
          <p:nvPr/>
        </p:nvCxnSpPr>
        <p:spPr>
          <a:xfrm>
            <a:off x="4945319" y="1199039"/>
            <a:ext cx="227082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EF6FD7B7-5B67-07EE-376B-BEBEA53B3C30}"/>
              </a:ext>
            </a:extLst>
          </p:cNvPr>
          <p:cNvCxnSpPr>
            <a:cxnSpLocks/>
          </p:cNvCxnSpPr>
          <p:nvPr/>
        </p:nvCxnSpPr>
        <p:spPr>
          <a:xfrm>
            <a:off x="7216140" y="1199039"/>
            <a:ext cx="0" cy="377682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E97D5BB-3614-DCBE-B045-5CB2E1172E70}"/>
              </a:ext>
            </a:extLst>
          </p:cNvPr>
          <p:cNvCxnSpPr>
            <a:cxnSpLocks/>
          </p:cNvCxnSpPr>
          <p:nvPr/>
        </p:nvCxnSpPr>
        <p:spPr>
          <a:xfrm>
            <a:off x="12100560" y="149225"/>
            <a:ext cx="0" cy="482663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D8321B7-48F4-885D-3F78-68C7ABFE6C44}"/>
              </a:ext>
            </a:extLst>
          </p:cNvPr>
          <p:cNvCxnSpPr>
            <a:cxnSpLocks/>
          </p:cNvCxnSpPr>
          <p:nvPr/>
        </p:nvCxnSpPr>
        <p:spPr>
          <a:xfrm>
            <a:off x="7216140" y="4975860"/>
            <a:ext cx="488442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4725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C0B364E-9D90-64CF-EE9A-A0106BA27474}"/>
              </a:ext>
            </a:extLst>
          </p:cNvPr>
          <p:cNvSpPr/>
          <p:nvPr/>
        </p:nvSpPr>
        <p:spPr>
          <a:xfrm>
            <a:off x="146304" y="187452"/>
            <a:ext cx="1591056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Thu thập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Collecting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149CF4-2B03-7E86-92B8-78C2E8CCD61F}"/>
              </a:ext>
            </a:extLst>
          </p:cNvPr>
          <p:cNvSpPr/>
          <p:nvPr/>
        </p:nvSpPr>
        <p:spPr>
          <a:xfrm>
            <a:off x="2228088" y="187452"/>
            <a:ext cx="1676400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Tiền xử lý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Preprocessing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2FCEE69-E7C6-B0BC-7221-2D5531C0F05E}"/>
              </a:ext>
            </a:extLst>
          </p:cNvPr>
          <p:cNvSpPr/>
          <p:nvPr/>
        </p:nvSpPr>
        <p:spPr>
          <a:xfrm>
            <a:off x="4395216" y="187452"/>
            <a:ext cx="1456944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Phân đoạn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Chunking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74A74C67-E73B-6C07-A7EF-03FC8E1C9209}"/>
              </a:ext>
            </a:extLst>
          </p:cNvPr>
          <p:cNvSpPr/>
          <p:nvPr/>
        </p:nvSpPr>
        <p:spPr>
          <a:xfrm>
            <a:off x="6347699" y="132588"/>
            <a:ext cx="1456944" cy="644652"/>
          </a:xfrm>
          <a:prstGeom prst="can">
            <a:avLst>
              <a:gd name="adj" fmla="val 12506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Dữ liệu chuẩn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Cleaned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BB5996C8-63F9-DD2B-5367-2334A49E3D1C}"/>
              </a:ext>
            </a:extLst>
          </p:cNvPr>
          <p:cNvSpPr/>
          <p:nvPr/>
        </p:nvSpPr>
        <p:spPr>
          <a:xfrm>
            <a:off x="10553140" y="105156"/>
            <a:ext cx="1523044" cy="585216"/>
          </a:xfrm>
          <a:prstGeom prst="cube">
            <a:avLst>
              <a:gd name="adj" fmla="val 1944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Các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model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 err="1">
                <a:solidFill>
                  <a:schemeClr val="tx1"/>
                </a:solidFill>
                <a:latin typeface="+mj-lt"/>
              </a:rPr>
              <a:t>embedding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7032E416-3072-CA65-BFB7-B4D384B9BA0D}"/>
              </a:ext>
            </a:extLst>
          </p:cNvPr>
          <p:cNvSpPr/>
          <p:nvPr/>
        </p:nvSpPr>
        <p:spPr>
          <a:xfrm>
            <a:off x="8450421" y="1226820"/>
            <a:ext cx="1511804" cy="530352"/>
          </a:xfrm>
          <a:prstGeom prst="cube">
            <a:avLst>
              <a:gd name="adj" fmla="val 1944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 err="1">
                <a:solidFill>
                  <a:schemeClr val="tx1"/>
                </a:solidFill>
                <a:latin typeface="+mj-lt"/>
              </a:rPr>
              <a:t>Model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embedding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tốt nhất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5CA7FCE2-8826-2AC2-A35A-B7D56C453B2A}"/>
              </a:ext>
            </a:extLst>
          </p:cNvPr>
          <p:cNvSpPr/>
          <p:nvPr/>
        </p:nvSpPr>
        <p:spPr>
          <a:xfrm>
            <a:off x="10553140" y="1281684"/>
            <a:ext cx="1523044" cy="1691640"/>
          </a:xfrm>
          <a:prstGeom prst="can">
            <a:avLst>
              <a:gd name="adj" fmla="val 106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trữ dữ liệu</a:t>
            </a:r>
          </a:p>
          <a:p>
            <a:pPr algn="ctr"/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en-US" sz="13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Graphic 16" descr="User with solid fill">
            <a:extLst>
              <a:ext uri="{FF2B5EF4-FFF2-40B4-BE49-F238E27FC236}">
                <a16:creationId xmlns:a16="http://schemas.microsoft.com/office/drawing/2014/main" id="{B61B3EEB-3B71-FA44-D12A-08CB3E46AD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2522" y="3226500"/>
            <a:ext cx="1003931" cy="1003931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6EAC2B4-7E02-37B2-CEB3-63863C0A676D}"/>
              </a:ext>
            </a:extLst>
          </p:cNvPr>
          <p:cNvSpPr/>
          <p:nvPr/>
        </p:nvSpPr>
        <p:spPr>
          <a:xfrm>
            <a:off x="6347700" y="1281684"/>
            <a:ext cx="1456943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Thông tin được trích xuất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3F988E7-AA09-988C-9F5A-31716BD85BB6}"/>
              </a:ext>
            </a:extLst>
          </p:cNvPr>
          <p:cNvSpPr/>
          <p:nvPr/>
        </p:nvSpPr>
        <p:spPr>
          <a:xfrm>
            <a:off x="8388052" y="192024"/>
            <a:ext cx="1523043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sz="13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B4C4D39-4345-51F9-F870-BDBBD7720C2F}"/>
              </a:ext>
            </a:extLst>
          </p:cNvPr>
          <p:cNvSpPr/>
          <p:nvPr/>
        </p:nvSpPr>
        <p:spPr>
          <a:xfrm>
            <a:off x="4395216" y="1281684"/>
            <a:ext cx="1456944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 câu hỏi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8F6C086B-973C-E6F8-D0E8-04E58C696C4E}"/>
              </a:ext>
            </a:extLst>
          </p:cNvPr>
          <p:cNvSpPr/>
          <p:nvPr/>
        </p:nvSpPr>
        <p:spPr>
          <a:xfrm>
            <a:off x="2223277" y="1235964"/>
            <a:ext cx="1676400" cy="530352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8ACB595-AD1A-F1AC-4471-A5D6994010FF}"/>
              </a:ext>
            </a:extLst>
          </p:cNvPr>
          <p:cNvSpPr/>
          <p:nvPr/>
        </p:nvSpPr>
        <p:spPr>
          <a:xfrm>
            <a:off x="146303" y="1263396"/>
            <a:ext cx="1597981" cy="57302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Câu hỏi văn bản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72AD4ED-D215-BCF5-4367-51D1C1768014}"/>
              </a:ext>
            </a:extLst>
          </p:cNvPr>
          <p:cNvSpPr/>
          <p:nvPr/>
        </p:nvSpPr>
        <p:spPr>
          <a:xfrm>
            <a:off x="146304" y="2250948"/>
            <a:ext cx="1591056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Xử lý âm thanh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(Khử ồn, phát hiện 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câu hỏi…)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B3349750-6CDB-9E22-4332-CDD7F2259EA3}"/>
              </a:ext>
            </a:extLst>
          </p:cNvPr>
          <p:cNvSpPr/>
          <p:nvPr/>
        </p:nvSpPr>
        <p:spPr>
          <a:xfrm>
            <a:off x="8392925" y="2250948"/>
            <a:ext cx="1524983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 liên quan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1F705B23-A2C5-20CD-FB48-3BF6D93C260F}"/>
              </a:ext>
            </a:extLst>
          </p:cNvPr>
          <p:cNvSpPr/>
          <p:nvPr/>
        </p:nvSpPr>
        <p:spPr>
          <a:xfrm>
            <a:off x="6347700" y="2252472"/>
            <a:ext cx="1456944" cy="722376"/>
          </a:xfrm>
          <a:prstGeom prst="can">
            <a:avLst>
              <a:gd name="adj" fmla="val 13615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CSDL thông tin người dùng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260F8AE3-D622-49E0-1D43-B08132CFF553}"/>
              </a:ext>
            </a:extLst>
          </p:cNvPr>
          <p:cNvSpPr/>
          <p:nvPr/>
        </p:nvSpPr>
        <p:spPr>
          <a:xfrm>
            <a:off x="10553140" y="3412236"/>
            <a:ext cx="1523044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Tạo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prompt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hoàn chỉnh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4E3894F2-818C-AE90-D888-94D9BFDCD5B0}"/>
              </a:ext>
            </a:extLst>
          </p:cNvPr>
          <p:cNvSpPr/>
          <p:nvPr/>
        </p:nvSpPr>
        <p:spPr>
          <a:xfrm>
            <a:off x="8450119" y="4418076"/>
            <a:ext cx="1524983" cy="632460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1E4DF0B0-F346-2566-481E-A85FB3B965F7}"/>
              </a:ext>
            </a:extLst>
          </p:cNvPr>
          <p:cNvSpPr/>
          <p:nvPr/>
        </p:nvSpPr>
        <p:spPr>
          <a:xfrm>
            <a:off x="4395214" y="3412236"/>
            <a:ext cx="1467079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Bộ phân tích hành vi người dùng</a:t>
            </a:r>
          </a:p>
        </p:txBody>
      </p:sp>
      <p:sp>
        <p:nvSpPr>
          <p:cNvPr id="62" name="Cylinder 61">
            <a:extLst>
              <a:ext uri="{FF2B5EF4-FFF2-40B4-BE49-F238E27FC236}">
                <a16:creationId xmlns:a16="http://schemas.microsoft.com/office/drawing/2014/main" id="{C8A51440-C671-1AD6-13D0-D3C9616FFD12}"/>
              </a:ext>
            </a:extLst>
          </p:cNvPr>
          <p:cNvSpPr/>
          <p:nvPr/>
        </p:nvSpPr>
        <p:spPr>
          <a:xfrm>
            <a:off x="4395215" y="2252472"/>
            <a:ext cx="1456944" cy="722376"/>
          </a:xfrm>
          <a:prstGeom prst="can">
            <a:avLst>
              <a:gd name="adj" fmla="val 13615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CSDL trò chuyện và tương tác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3899F772-0CBC-E699-B579-32F74EB3BB74}"/>
              </a:ext>
            </a:extLst>
          </p:cNvPr>
          <p:cNvSpPr/>
          <p:nvPr/>
        </p:nvSpPr>
        <p:spPr>
          <a:xfrm>
            <a:off x="4395214" y="4472940"/>
            <a:ext cx="2220657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Bộ phân tích cú pháp và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dữ liệu phản hồi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204FD2E-58F6-6EA4-7B0A-E03496EDED60}"/>
              </a:ext>
            </a:extLst>
          </p:cNvPr>
          <p:cNvSpPr/>
          <p:nvPr/>
        </p:nvSpPr>
        <p:spPr>
          <a:xfrm>
            <a:off x="146304" y="3380232"/>
            <a:ext cx="1591056" cy="273710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Các chức năng người dùng tùy ý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***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Đăng nhập/xuất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Thay đổi LLM, các chỉ số…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Xóa/tạo hội thoại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Cài đặt giao diện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…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BD43CE7-DA56-A790-271E-5D66D054134E}"/>
              </a:ext>
            </a:extLst>
          </p:cNvPr>
          <p:cNvSpPr/>
          <p:nvPr/>
        </p:nvSpPr>
        <p:spPr>
          <a:xfrm>
            <a:off x="8397195" y="3412236"/>
            <a:ext cx="1511805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Thông tin ngữ cảnh trò chuyện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B2024C0-8DF9-D283-83F9-B1C79C487FAC}"/>
              </a:ext>
            </a:extLst>
          </p:cNvPr>
          <p:cNvSpPr/>
          <p:nvPr/>
        </p:nvSpPr>
        <p:spPr>
          <a:xfrm>
            <a:off x="8450119" y="5448300"/>
            <a:ext cx="1919177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Xử lý sau phản hồi và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C1F2C232-53FA-4E1A-2D61-CF95F7E39DAF}"/>
              </a:ext>
            </a:extLst>
          </p:cNvPr>
          <p:cNvSpPr/>
          <p:nvPr/>
        </p:nvSpPr>
        <p:spPr>
          <a:xfrm>
            <a:off x="6425763" y="5393436"/>
            <a:ext cx="1197834" cy="632460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5244915-63A2-76F6-EE6C-AC60D11423EA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1737360" y="452628"/>
            <a:ext cx="4907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B564DD-A9C2-4D81-C32E-ABF1A1F8241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904488" y="452628"/>
            <a:ext cx="4907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DC645D-7760-D5AD-0735-A1A545F54CB6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5852160" y="452628"/>
            <a:ext cx="495539" cy="2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0E47978-4563-1DAC-40A3-E275FFD7AB75}"/>
              </a:ext>
            </a:extLst>
          </p:cNvPr>
          <p:cNvCxnSpPr>
            <a:stCxn id="6" idx="4"/>
            <a:endCxn id="23" idx="1"/>
          </p:cNvCxnSpPr>
          <p:nvPr/>
        </p:nvCxnSpPr>
        <p:spPr>
          <a:xfrm>
            <a:off x="7804643" y="454914"/>
            <a:ext cx="583409" cy="228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3369A63-B9FA-176B-E93A-AE83A9654719}"/>
              </a:ext>
            </a:extLst>
          </p:cNvPr>
          <p:cNvCxnSpPr>
            <a:cxnSpLocks/>
            <a:stCxn id="9" idx="2"/>
            <a:endCxn id="23" idx="3"/>
          </p:cNvCxnSpPr>
          <p:nvPr/>
        </p:nvCxnSpPr>
        <p:spPr>
          <a:xfrm flipH="1">
            <a:off x="9911095" y="454659"/>
            <a:ext cx="642045" cy="254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E8773F0-1B13-2B0F-3341-31339A3DABF0}"/>
              </a:ext>
            </a:extLst>
          </p:cNvPr>
          <p:cNvCxnSpPr>
            <a:cxnSpLocks/>
          </p:cNvCxnSpPr>
          <p:nvPr/>
        </p:nvCxnSpPr>
        <p:spPr>
          <a:xfrm>
            <a:off x="9387318" y="722376"/>
            <a:ext cx="5188" cy="6075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2047F34-37A9-DBEA-8593-094A562B174A}"/>
              </a:ext>
            </a:extLst>
          </p:cNvPr>
          <p:cNvCxnSpPr>
            <a:stCxn id="13" idx="5"/>
            <a:endCxn id="14" idx="2"/>
          </p:cNvCxnSpPr>
          <p:nvPr/>
        </p:nvCxnSpPr>
        <p:spPr>
          <a:xfrm>
            <a:off x="9962225" y="1440435"/>
            <a:ext cx="590915" cy="687069"/>
          </a:xfrm>
          <a:prstGeom prst="bentConnector3">
            <a:avLst>
              <a:gd name="adj1" fmla="val 4690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D113A5D-A04C-85D6-EEF1-7AF4A5A7B529}"/>
              </a:ext>
            </a:extLst>
          </p:cNvPr>
          <p:cNvCxnSpPr>
            <a:cxnSpLocks/>
            <a:stCxn id="17" idx="0"/>
            <a:endCxn id="54" idx="3"/>
          </p:cNvCxnSpPr>
          <p:nvPr/>
        </p:nvCxnSpPr>
        <p:spPr>
          <a:xfrm flipV="1">
            <a:off x="3014488" y="1766316"/>
            <a:ext cx="0" cy="14601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4C950E8-EE34-B49E-0895-F6A548ADDA64}"/>
              </a:ext>
            </a:extLst>
          </p:cNvPr>
          <p:cNvCxnSpPr>
            <a:cxnSpLocks/>
            <a:stCxn id="54" idx="4"/>
            <a:endCxn id="24" idx="1"/>
          </p:cNvCxnSpPr>
          <p:nvPr/>
        </p:nvCxnSpPr>
        <p:spPr>
          <a:xfrm flipV="1">
            <a:off x="3805699" y="1546860"/>
            <a:ext cx="589517" cy="12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3C549D6-FF4C-1B45-A3ED-0E21615A9748}"/>
              </a:ext>
            </a:extLst>
          </p:cNvPr>
          <p:cNvCxnSpPr>
            <a:stCxn id="24" idx="3"/>
            <a:endCxn id="20" idx="1"/>
          </p:cNvCxnSpPr>
          <p:nvPr/>
        </p:nvCxnSpPr>
        <p:spPr>
          <a:xfrm>
            <a:off x="5852160" y="1546860"/>
            <a:ext cx="4955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1B7315D-9A18-0B39-00A8-C588E9030025}"/>
              </a:ext>
            </a:extLst>
          </p:cNvPr>
          <p:cNvCxnSpPr>
            <a:stCxn id="20" idx="3"/>
            <a:endCxn id="13" idx="2"/>
          </p:cNvCxnSpPr>
          <p:nvPr/>
        </p:nvCxnSpPr>
        <p:spPr>
          <a:xfrm flipV="1">
            <a:off x="7804643" y="1543557"/>
            <a:ext cx="645778" cy="3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2D58ECA-A51C-44FD-6730-EF8763337F5D}"/>
              </a:ext>
            </a:extLst>
          </p:cNvPr>
          <p:cNvCxnSpPr>
            <a:stCxn id="20" idx="2"/>
            <a:endCxn id="58" idx="0"/>
          </p:cNvCxnSpPr>
          <p:nvPr/>
        </p:nvCxnSpPr>
        <p:spPr>
          <a:xfrm>
            <a:off x="7076172" y="1812036"/>
            <a:ext cx="0" cy="53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5D5B8B-7D4E-1036-130C-40C221BDBEBF}"/>
              </a:ext>
            </a:extLst>
          </p:cNvPr>
          <p:cNvCxnSpPr>
            <a:stCxn id="13" idx="3"/>
            <a:endCxn id="57" idx="0"/>
          </p:cNvCxnSpPr>
          <p:nvPr/>
        </p:nvCxnSpPr>
        <p:spPr>
          <a:xfrm>
            <a:off x="9154762" y="1757172"/>
            <a:ext cx="655" cy="4937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3E0B055F-0174-51C2-9763-EADAF4604B8C}"/>
              </a:ext>
            </a:extLst>
          </p:cNvPr>
          <p:cNvCxnSpPr/>
          <p:nvPr/>
        </p:nvCxnSpPr>
        <p:spPr>
          <a:xfrm>
            <a:off x="9917908" y="2496408"/>
            <a:ext cx="635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E561A5F-68EC-D7F0-3EDD-EA2C39CA007E}"/>
              </a:ext>
            </a:extLst>
          </p:cNvPr>
          <p:cNvCxnSpPr/>
          <p:nvPr/>
        </p:nvCxnSpPr>
        <p:spPr>
          <a:xfrm flipH="1">
            <a:off x="9917908" y="2679192"/>
            <a:ext cx="635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C20B47F-2C45-9A57-01AE-77327090404B}"/>
              </a:ext>
            </a:extLst>
          </p:cNvPr>
          <p:cNvCxnSpPr/>
          <p:nvPr/>
        </p:nvCxnSpPr>
        <p:spPr>
          <a:xfrm>
            <a:off x="7804643" y="2688432"/>
            <a:ext cx="5834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20A3D7F3-CCCD-DBE5-9A80-EB9BDF0943D8}"/>
              </a:ext>
            </a:extLst>
          </p:cNvPr>
          <p:cNvCxnSpPr>
            <a:cxnSpLocks/>
          </p:cNvCxnSpPr>
          <p:nvPr/>
        </p:nvCxnSpPr>
        <p:spPr>
          <a:xfrm flipH="1">
            <a:off x="7804643" y="2487264"/>
            <a:ext cx="5882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93CE6EB-5F08-2544-FBEF-9F402634C635}"/>
              </a:ext>
            </a:extLst>
          </p:cNvPr>
          <p:cNvCxnSpPr>
            <a:stCxn id="57" idx="2"/>
            <a:endCxn id="65" idx="0"/>
          </p:cNvCxnSpPr>
          <p:nvPr/>
        </p:nvCxnSpPr>
        <p:spPr>
          <a:xfrm flipH="1">
            <a:off x="9153098" y="2973324"/>
            <a:ext cx="2319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2BF4B43-010E-23AE-6AD0-F5E5F96FEA61}"/>
              </a:ext>
            </a:extLst>
          </p:cNvPr>
          <p:cNvCxnSpPr>
            <a:stCxn id="65" idx="3"/>
            <a:endCxn id="59" idx="1"/>
          </p:cNvCxnSpPr>
          <p:nvPr/>
        </p:nvCxnSpPr>
        <p:spPr>
          <a:xfrm>
            <a:off x="9909000" y="3728466"/>
            <a:ext cx="6441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5499AD5B-5E5D-6CD8-7D9B-11CB9F71C4DE}"/>
              </a:ext>
            </a:extLst>
          </p:cNvPr>
          <p:cNvCxnSpPr>
            <a:stCxn id="65" idx="2"/>
            <a:endCxn id="60" idx="1"/>
          </p:cNvCxnSpPr>
          <p:nvPr/>
        </p:nvCxnSpPr>
        <p:spPr>
          <a:xfrm>
            <a:off x="9153098" y="4044696"/>
            <a:ext cx="3477" cy="485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674953EC-953A-2AA2-509D-D07E52184CE1}"/>
              </a:ext>
            </a:extLst>
          </p:cNvPr>
          <p:cNvCxnSpPr>
            <a:stCxn id="59" idx="2"/>
            <a:endCxn id="60" idx="4"/>
          </p:cNvCxnSpPr>
          <p:nvPr/>
        </p:nvCxnSpPr>
        <p:spPr>
          <a:xfrm rot="5400000">
            <a:off x="10216023" y="3691703"/>
            <a:ext cx="745646" cy="14516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B818D712-06F0-C025-7D3D-D319D7101436}"/>
              </a:ext>
            </a:extLst>
          </p:cNvPr>
          <p:cNvCxnSpPr>
            <a:cxnSpLocks/>
            <a:stCxn id="60" idx="2"/>
            <a:endCxn id="63" idx="3"/>
          </p:cNvCxnSpPr>
          <p:nvPr/>
        </p:nvCxnSpPr>
        <p:spPr>
          <a:xfrm flipH="1" flipV="1">
            <a:off x="6615871" y="4789170"/>
            <a:ext cx="1834248" cy="11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F2047C0-B234-454C-A941-7704BDE22454}"/>
              </a:ext>
            </a:extLst>
          </p:cNvPr>
          <p:cNvCxnSpPr>
            <a:cxnSpLocks/>
            <a:stCxn id="63" idx="1"/>
            <a:endCxn id="17" idx="2"/>
          </p:cNvCxnSpPr>
          <p:nvPr/>
        </p:nvCxnSpPr>
        <p:spPr>
          <a:xfrm rot="10800000">
            <a:off x="3014488" y="4230432"/>
            <a:ext cx="1380726" cy="5587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F0C8EDDE-1843-CBCA-C82D-2EE433AEB7B4}"/>
              </a:ext>
            </a:extLst>
          </p:cNvPr>
          <p:cNvCxnSpPr>
            <a:cxnSpLocks/>
            <a:stCxn id="63" idx="2"/>
            <a:endCxn id="67" idx="2"/>
          </p:cNvCxnSpPr>
          <p:nvPr/>
        </p:nvCxnSpPr>
        <p:spPr>
          <a:xfrm rot="16200000" flipH="1">
            <a:off x="5635502" y="4975441"/>
            <a:ext cx="660302" cy="92022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DF0944B-DF3B-FBF9-B2FA-2ACBDE23B968}"/>
              </a:ext>
            </a:extLst>
          </p:cNvPr>
          <p:cNvCxnSpPr>
            <a:cxnSpLocks/>
            <a:endCxn id="61" idx="1"/>
          </p:cNvCxnSpPr>
          <p:nvPr/>
        </p:nvCxnSpPr>
        <p:spPr>
          <a:xfrm>
            <a:off x="3516453" y="3728465"/>
            <a:ext cx="878761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DEFA6A6-54D3-A975-2E74-ACF839F82619}"/>
              </a:ext>
            </a:extLst>
          </p:cNvPr>
          <p:cNvCxnSpPr>
            <a:cxnSpLocks/>
            <a:endCxn id="62" idx="3"/>
          </p:cNvCxnSpPr>
          <p:nvPr/>
        </p:nvCxnSpPr>
        <p:spPr>
          <a:xfrm flipH="1" flipV="1">
            <a:off x="5123687" y="2974848"/>
            <a:ext cx="10134" cy="4053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52208B9-71BD-B2E0-3CE2-EE501E854A49}"/>
              </a:ext>
            </a:extLst>
          </p:cNvPr>
          <p:cNvCxnSpPr>
            <a:cxnSpLocks/>
            <a:stCxn id="67" idx="4"/>
            <a:endCxn id="66" idx="1"/>
          </p:cNvCxnSpPr>
          <p:nvPr/>
        </p:nvCxnSpPr>
        <p:spPr>
          <a:xfrm flipV="1">
            <a:off x="7511525" y="5764530"/>
            <a:ext cx="938594" cy="11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E9FC4317-5ABC-E301-8B89-0205BE05C6C3}"/>
              </a:ext>
            </a:extLst>
          </p:cNvPr>
          <p:cNvCxnSpPr>
            <a:cxnSpLocks/>
            <a:stCxn id="66" idx="0"/>
            <a:endCxn id="58" idx="3"/>
          </p:cNvCxnSpPr>
          <p:nvPr/>
        </p:nvCxnSpPr>
        <p:spPr>
          <a:xfrm rot="16200000" flipV="1">
            <a:off x="7006214" y="3044806"/>
            <a:ext cx="2473452" cy="2333536"/>
          </a:xfrm>
          <a:prstGeom prst="bentConnector3">
            <a:avLst>
              <a:gd name="adj1" fmla="val 10444"/>
            </a:avLst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2888B481-7A39-096A-3CD3-DE70ED41D2BB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1737360" y="4748784"/>
            <a:ext cx="393192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997A810C-FDE1-B67A-673F-F3A557A0CB42}"/>
              </a:ext>
            </a:extLst>
          </p:cNvPr>
          <p:cNvCxnSpPr>
            <a:cxnSpLocks/>
          </p:cNvCxnSpPr>
          <p:nvPr/>
        </p:nvCxnSpPr>
        <p:spPr>
          <a:xfrm flipV="1">
            <a:off x="2122932" y="3728465"/>
            <a:ext cx="0" cy="10203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48767D13-55AF-5E73-A0F8-293F3EB6BE56}"/>
              </a:ext>
            </a:extLst>
          </p:cNvPr>
          <p:cNvCxnSpPr>
            <a:cxnSpLocks/>
          </p:cNvCxnSpPr>
          <p:nvPr/>
        </p:nvCxnSpPr>
        <p:spPr>
          <a:xfrm>
            <a:off x="2121408" y="3728465"/>
            <a:ext cx="466344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81C65EEC-4071-5E36-0065-18102D4C3BE8}"/>
              </a:ext>
            </a:extLst>
          </p:cNvPr>
          <p:cNvCxnSpPr>
            <a:cxnSpLocks/>
            <a:endCxn id="56" idx="3"/>
          </p:cNvCxnSpPr>
          <p:nvPr/>
        </p:nvCxnSpPr>
        <p:spPr>
          <a:xfrm rot="10800000">
            <a:off x="1737361" y="2612136"/>
            <a:ext cx="1152317" cy="611124"/>
          </a:xfrm>
          <a:prstGeom prst="bentConnector3">
            <a:avLst>
              <a:gd name="adj1" fmla="val 73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43D634BE-31AE-A930-E307-79675B0A6951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941832" y="1836420"/>
            <a:ext cx="3462" cy="414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E8C2BC04-FB25-AFA6-0C83-90D85821B5FD}"/>
              </a:ext>
            </a:extLst>
          </p:cNvPr>
          <p:cNvCxnSpPr>
            <a:cxnSpLocks/>
            <a:stCxn id="55" idx="3"/>
            <a:endCxn id="54" idx="2"/>
          </p:cNvCxnSpPr>
          <p:nvPr/>
        </p:nvCxnSpPr>
        <p:spPr>
          <a:xfrm flipV="1">
            <a:off x="1744284" y="1548129"/>
            <a:ext cx="478993" cy="17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937361AC-5BC3-026B-3653-708B57FC54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59761" y="2487262"/>
            <a:ext cx="1249775" cy="734730"/>
          </a:xfrm>
          <a:prstGeom prst="bentConnector3">
            <a:avLst>
              <a:gd name="adj1" fmla="val 99793"/>
            </a:avLst>
          </a:prstGeom>
          <a:ln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BA8F1A4B-01A4-11E8-378F-60F0E6E6EBF6}"/>
              </a:ext>
            </a:extLst>
          </p:cNvPr>
          <p:cNvCxnSpPr>
            <a:cxnSpLocks/>
            <a:endCxn id="62" idx="2"/>
          </p:cNvCxnSpPr>
          <p:nvPr/>
        </p:nvCxnSpPr>
        <p:spPr>
          <a:xfrm rot="5400000" flipH="1" flipV="1">
            <a:off x="3196786" y="3468879"/>
            <a:ext cx="2053648" cy="34321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529515B2-14A0-5DB1-33A5-B80483A9852C}"/>
              </a:ext>
            </a:extLst>
          </p:cNvPr>
          <p:cNvCxnSpPr>
            <a:cxnSpLocks/>
          </p:cNvCxnSpPr>
          <p:nvPr/>
        </p:nvCxnSpPr>
        <p:spPr>
          <a:xfrm flipH="1">
            <a:off x="4052005" y="4667308"/>
            <a:ext cx="343209" cy="0"/>
          </a:xfrm>
          <a:prstGeom prst="straightConnector1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D03AB27B-21F2-EE19-54E3-030F281BCE77}"/>
              </a:ext>
            </a:extLst>
          </p:cNvPr>
          <p:cNvSpPr/>
          <p:nvPr/>
        </p:nvSpPr>
        <p:spPr>
          <a:xfrm>
            <a:off x="2334800" y="5412736"/>
            <a:ext cx="1591056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Chuyển văn bản thành âm thanh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7D7E927B-54AD-7885-BFAA-9003CE363D33}"/>
              </a:ext>
            </a:extLst>
          </p:cNvPr>
          <p:cNvCxnSpPr>
            <a:cxnSpLocks/>
            <a:endCxn id="224" idx="3"/>
          </p:cNvCxnSpPr>
          <p:nvPr/>
        </p:nvCxnSpPr>
        <p:spPr>
          <a:xfrm rot="10800000" flipV="1">
            <a:off x="3925856" y="5113014"/>
            <a:ext cx="1197832" cy="660909"/>
          </a:xfrm>
          <a:prstGeom prst="bentConnector3">
            <a:avLst>
              <a:gd name="adj1" fmla="val -25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46722BE-4CA8-7DD3-2630-4333F32F733F}"/>
              </a:ext>
            </a:extLst>
          </p:cNvPr>
          <p:cNvCxnSpPr/>
          <p:nvPr/>
        </p:nvCxnSpPr>
        <p:spPr>
          <a:xfrm flipV="1">
            <a:off x="2874264" y="4230431"/>
            <a:ext cx="0" cy="117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Connector: Elbow 253">
            <a:extLst>
              <a:ext uri="{FF2B5EF4-FFF2-40B4-BE49-F238E27FC236}">
                <a16:creationId xmlns:a16="http://schemas.microsoft.com/office/drawing/2014/main" id="{852310E1-ECBE-0632-B85C-693B6D5BBD09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rot="16200000" flipH="1">
            <a:off x="7839115" y="14295"/>
            <a:ext cx="552702" cy="207859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TextBox 255">
            <a:extLst>
              <a:ext uri="{FF2B5EF4-FFF2-40B4-BE49-F238E27FC236}">
                <a16:creationId xmlns:a16="http://schemas.microsoft.com/office/drawing/2014/main" id="{22B93CA2-65CF-9AD2-0E86-AC44B7FD0C5C}"/>
              </a:ext>
            </a:extLst>
          </p:cNvPr>
          <p:cNvSpPr txBox="1"/>
          <p:nvPr/>
        </p:nvSpPr>
        <p:spPr>
          <a:xfrm>
            <a:off x="1772212" y="134112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(1)</a:t>
            </a:r>
            <a:endParaRPr lang="en-US" sz="1500" dirty="0">
              <a:latin typeface="+mj-lt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61D55E67-B00D-8BED-A339-F3413189BEAC}"/>
              </a:ext>
            </a:extLst>
          </p:cNvPr>
          <p:cNvSpPr txBox="1"/>
          <p:nvPr/>
        </p:nvSpPr>
        <p:spPr>
          <a:xfrm>
            <a:off x="3929174" y="134112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(2)</a:t>
            </a:r>
            <a:endParaRPr lang="en-US" sz="1500" dirty="0">
              <a:latin typeface="+mj-lt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32C67A7E-6D70-06C9-0053-8516DF9413F7}"/>
              </a:ext>
            </a:extLst>
          </p:cNvPr>
          <p:cNvSpPr txBox="1"/>
          <p:nvPr/>
        </p:nvSpPr>
        <p:spPr>
          <a:xfrm>
            <a:off x="5872513" y="134112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(3)</a:t>
            </a:r>
            <a:endParaRPr lang="en-US" sz="1500" dirty="0">
              <a:latin typeface="+mj-lt"/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506C6AEB-3584-B844-10D1-018A0F7DFCF8}"/>
              </a:ext>
            </a:extLst>
          </p:cNvPr>
          <p:cNvSpPr txBox="1"/>
          <p:nvPr/>
        </p:nvSpPr>
        <p:spPr>
          <a:xfrm>
            <a:off x="7855913" y="134112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(4.1)</a:t>
            </a:r>
            <a:endParaRPr lang="en-US" sz="1500" dirty="0">
              <a:latin typeface="+mj-lt"/>
            </a:endParaRP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B0E2ADE8-3471-6F13-21D8-7180FB0E588B}"/>
              </a:ext>
            </a:extLst>
          </p:cNvPr>
          <p:cNvSpPr txBox="1"/>
          <p:nvPr/>
        </p:nvSpPr>
        <p:spPr>
          <a:xfrm>
            <a:off x="10024057" y="134112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(4.2)</a:t>
            </a:r>
            <a:endParaRPr lang="en-US" sz="1500" dirty="0">
              <a:latin typeface="+mj-lt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107413D4-2765-49C5-21A5-A5F246165B11}"/>
              </a:ext>
            </a:extLst>
          </p:cNvPr>
          <p:cNvSpPr txBox="1"/>
          <p:nvPr/>
        </p:nvSpPr>
        <p:spPr>
          <a:xfrm>
            <a:off x="9387318" y="828386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(4.3)</a:t>
            </a:r>
            <a:endParaRPr lang="en-US" sz="1500" dirty="0">
              <a:latin typeface="+mj-lt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A0B72E3-23AF-3415-3BEA-BEA97E9B800A}"/>
              </a:ext>
            </a:extLst>
          </p:cNvPr>
          <p:cNvSpPr txBox="1"/>
          <p:nvPr/>
        </p:nvSpPr>
        <p:spPr>
          <a:xfrm>
            <a:off x="7884959" y="749514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(5)</a:t>
            </a:r>
            <a:endParaRPr lang="en-US" sz="1500" dirty="0">
              <a:latin typeface="+mj-lt"/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FBD1815C-B498-6ECC-F936-4F6E255851B8}"/>
              </a:ext>
            </a:extLst>
          </p:cNvPr>
          <p:cNvSpPr txBox="1"/>
          <p:nvPr/>
        </p:nvSpPr>
        <p:spPr>
          <a:xfrm>
            <a:off x="9137586" y="1809711"/>
            <a:ext cx="49815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(11)</a:t>
            </a:r>
            <a:endParaRPr lang="en-US" sz="1500" dirty="0">
              <a:latin typeface="+mj-lt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551C35FC-20B1-30B2-8408-717CAD357B0D}"/>
              </a:ext>
            </a:extLst>
          </p:cNvPr>
          <p:cNvSpPr txBox="1"/>
          <p:nvPr/>
        </p:nvSpPr>
        <p:spPr>
          <a:xfrm>
            <a:off x="9876321" y="1681735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(6)</a:t>
            </a:r>
            <a:endParaRPr lang="en-US" sz="1500" dirty="0">
              <a:latin typeface="+mj-lt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6E05D608-E9BE-51D7-9560-703B4F871F31}"/>
              </a:ext>
            </a:extLst>
          </p:cNvPr>
          <p:cNvSpPr txBox="1"/>
          <p:nvPr/>
        </p:nvSpPr>
        <p:spPr>
          <a:xfrm>
            <a:off x="9903603" y="3392552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(14.1)</a:t>
            </a:r>
            <a:endParaRPr lang="en-US" sz="1500" dirty="0">
              <a:latin typeface="+mj-lt"/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E2E276B-2324-A476-F504-B8EBB4EC0CF4}"/>
              </a:ext>
            </a:extLst>
          </p:cNvPr>
          <p:cNvSpPr txBox="1"/>
          <p:nvPr/>
        </p:nvSpPr>
        <p:spPr>
          <a:xfrm>
            <a:off x="9151650" y="3015957"/>
            <a:ext cx="5052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(13)</a:t>
            </a:r>
            <a:endParaRPr lang="en-US" sz="1500" dirty="0">
              <a:latin typeface="+mj-lt"/>
            </a:endParaRP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80D3B9EA-0FD0-EC27-68F6-A4AF329F7A29}"/>
              </a:ext>
            </a:extLst>
          </p:cNvPr>
          <p:cNvSpPr txBox="1"/>
          <p:nvPr/>
        </p:nvSpPr>
        <p:spPr>
          <a:xfrm>
            <a:off x="7784321" y="2173243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(12.2)</a:t>
            </a:r>
            <a:endParaRPr lang="en-US" sz="1500" dirty="0">
              <a:latin typeface="+mj-lt"/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9D4C1670-B0D5-BA83-2A81-F339360E9FF3}"/>
              </a:ext>
            </a:extLst>
          </p:cNvPr>
          <p:cNvSpPr txBox="1"/>
          <p:nvPr/>
        </p:nvSpPr>
        <p:spPr>
          <a:xfrm>
            <a:off x="9939309" y="2173243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(12.1)</a:t>
            </a:r>
            <a:endParaRPr lang="en-US" sz="1500" dirty="0">
              <a:latin typeface="+mj-lt"/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804844C1-05A6-2D92-B31B-484250A49FB1}"/>
              </a:ext>
            </a:extLst>
          </p:cNvPr>
          <p:cNvSpPr txBox="1"/>
          <p:nvPr/>
        </p:nvSpPr>
        <p:spPr>
          <a:xfrm>
            <a:off x="11288437" y="4255936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(14.2)</a:t>
            </a:r>
            <a:endParaRPr lang="en-US" sz="1500" dirty="0">
              <a:latin typeface="+mj-lt"/>
            </a:endParaRP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A5B0BE72-EE02-F790-A759-2788949AA62F}"/>
              </a:ext>
            </a:extLst>
          </p:cNvPr>
          <p:cNvSpPr txBox="1"/>
          <p:nvPr/>
        </p:nvSpPr>
        <p:spPr>
          <a:xfrm>
            <a:off x="9448114" y="5120304"/>
            <a:ext cx="7777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(16C.2)</a:t>
            </a:r>
            <a:endParaRPr lang="en-US" sz="1500" dirty="0">
              <a:latin typeface="+mj-lt"/>
            </a:endParaRP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0D9A538E-2FBC-F2F3-7A97-4CBF0890F0AD}"/>
              </a:ext>
            </a:extLst>
          </p:cNvPr>
          <p:cNvSpPr txBox="1"/>
          <p:nvPr/>
        </p:nvSpPr>
        <p:spPr>
          <a:xfrm>
            <a:off x="9113193" y="4091587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(14.3)</a:t>
            </a:r>
            <a:endParaRPr lang="en-US" sz="1500" dirty="0">
              <a:latin typeface="+mj-lt"/>
            </a:endParaRP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A582CEAB-1E4B-E29D-E603-FEDB1440148A}"/>
              </a:ext>
            </a:extLst>
          </p:cNvPr>
          <p:cNvSpPr txBox="1"/>
          <p:nvPr/>
        </p:nvSpPr>
        <p:spPr>
          <a:xfrm>
            <a:off x="7541659" y="4463124"/>
            <a:ext cx="5052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(15)</a:t>
            </a:r>
            <a:endParaRPr lang="en-US" sz="1500" dirty="0">
              <a:latin typeface="+mj-lt"/>
            </a:endParaRP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AFD39DFA-22B4-EA44-2E74-BBD21813E0B0}"/>
              </a:ext>
            </a:extLst>
          </p:cNvPr>
          <p:cNvSpPr txBox="1"/>
          <p:nvPr/>
        </p:nvSpPr>
        <p:spPr>
          <a:xfrm>
            <a:off x="7662944" y="5467984"/>
            <a:ext cx="7777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(16C.1)</a:t>
            </a:r>
            <a:endParaRPr lang="en-US" sz="1500" dirty="0">
              <a:latin typeface="+mj-lt"/>
            </a:endParaRP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B26CB8C6-C514-F1CC-14F8-64C42E4A17CB}"/>
              </a:ext>
            </a:extLst>
          </p:cNvPr>
          <p:cNvSpPr txBox="1"/>
          <p:nvPr/>
        </p:nvSpPr>
        <p:spPr>
          <a:xfrm>
            <a:off x="5495381" y="5280955"/>
            <a:ext cx="63350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(16C)</a:t>
            </a:r>
            <a:endParaRPr lang="en-US" sz="1500" dirty="0">
              <a:latin typeface="+mj-lt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1BE24C1E-94FB-6DB9-1C44-235293F6B6B8}"/>
              </a:ext>
            </a:extLst>
          </p:cNvPr>
          <p:cNvSpPr txBox="1"/>
          <p:nvPr/>
        </p:nvSpPr>
        <p:spPr>
          <a:xfrm>
            <a:off x="4523296" y="5273968"/>
            <a:ext cx="63350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(16B)</a:t>
            </a:r>
            <a:endParaRPr lang="en-US" sz="1500" dirty="0">
              <a:latin typeface="+mj-lt"/>
            </a:endParaRP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1778CC2D-D547-4D70-FA88-31201997BD24}"/>
              </a:ext>
            </a:extLst>
          </p:cNvPr>
          <p:cNvSpPr txBox="1"/>
          <p:nvPr/>
        </p:nvSpPr>
        <p:spPr>
          <a:xfrm>
            <a:off x="2822873" y="4974908"/>
            <a:ext cx="7777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(16B.1)</a:t>
            </a:r>
            <a:endParaRPr lang="en-US" sz="1500" dirty="0">
              <a:latin typeface="+mj-lt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1CCD28F8-826B-FC07-FB91-28947CEFF281}"/>
              </a:ext>
            </a:extLst>
          </p:cNvPr>
          <p:cNvSpPr txBox="1"/>
          <p:nvPr/>
        </p:nvSpPr>
        <p:spPr>
          <a:xfrm>
            <a:off x="3778002" y="4813325"/>
            <a:ext cx="64472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(16A)</a:t>
            </a:r>
            <a:endParaRPr lang="en-US" sz="1500" dirty="0">
              <a:latin typeface="+mj-lt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99869131-941E-87CF-3E96-63408E7E167F}"/>
              </a:ext>
            </a:extLst>
          </p:cNvPr>
          <p:cNvSpPr txBox="1"/>
          <p:nvPr/>
        </p:nvSpPr>
        <p:spPr>
          <a:xfrm>
            <a:off x="3453648" y="4190239"/>
            <a:ext cx="64472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(16D)</a:t>
            </a:r>
            <a:endParaRPr lang="en-US" sz="1500" dirty="0">
              <a:latin typeface="+mj-lt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ACEC940B-E761-D45B-3C71-5D34A962B899}"/>
              </a:ext>
            </a:extLst>
          </p:cNvPr>
          <p:cNvSpPr txBox="1"/>
          <p:nvPr/>
        </p:nvSpPr>
        <p:spPr>
          <a:xfrm>
            <a:off x="2047329" y="3405299"/>
            <a:ext cx="5052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(18)</a:t>
            </a:r>
            <a:endParaRPr lang="en-US" sz="1500" dirty="0">
              <a:latin typeface="+mj-lt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06088D57-887B-70CF-0080-9E0171F38698}"/>
              </a:ext>
            </a:extLst>
          </p:cNvPr>
          <p:cNvSpPr txBox="1"/>
          <p:nvPr/>
        </p:nvSpPr>
        <p:spPr>
          <a:xfrm>
            <a:off x="2404446" y="2811741"/>
            <a:ext cx="53732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(7B)</a:t>
            </a:r>
            <a:endParaRPr lang="en-US" sz="1500" dirty="0">
              <a:latin typeface="+mj-lt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BE135A3D-4206-F7E3-D6D6-EA7F5BE88389}"/>
              </a:ext>
            </a:extLst>
          </p:cNvPr>
          <p:cNvSpPr txBox="1"/>
          <p:nvPr/>
        </p:nvSpPr>
        <p:spPr>
          <a:xfrm>
            <a:off x="2498213" y="1945116"/>
            <a:ext cx="54854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(7A)</a:t>
            </a:r>
            <a:endParaRPr lang="en-US" sz="1500" dirty="0">
              <a:latin typeface="+mj-lt"/>
            </a:endParaRP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5F7C83A-C0D9-C3BA-39D2-230A1B0A7E84}"/>
              </a:ext>
            </a:extLst>
          </p:cNvPr>
          <p:cNvSpPr txBox="1"/>
          <p:nvPr/>
        </p:nvSpPr>
        <p:spPr>
          <a:xfrm>
            <a:off x="3183240" y="2482755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(17.3)</a:t>
            </a:r>
            <a:endParaRPr lang="en-US" sz="1500" dirty="0">
              <a:latin typeface="+mj-lt"/>
            </a:endParaRP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17D0318E-D31A-40CC-A06C-CF44698FAB89}"/>
              </a:ext>
            </a:extLst>
          </p:cNvPr>
          <p:cNvSpPr txBox="1"/>
          <p:nvPr/>
        </p:nvSpPr>
        <p:spPr>
          <a:xfrm>
            <a:off x="3216024" y="3372192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(17.1)</a:t>
            </a:r>
            <a:endParaRPr lang="en-US" sz="1500" dirty="0">
              <a:latin typeface="+mj-lt"/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19FC8885-F706-6FC7-9244-4DFDBD2CC8B7}"/>
              </a:ext>
            </a:extLst>
          </p:cNvPr>
          <p:cNvSpPr txBox="1"/>
          <p:nvPr/>
        </p:nvSpPr>
        <p:spPr>
          <a:xfrm>
            <a:off x="975341" y="1878291"/>
            <a:ext cx="68159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(7B.1)</a:t>
            </a:r>
            <a:endParaRPr lang="en-US" sz="1500" dirty="0">
              <a:latin typeface="+mj-lt"/>
            </a:endParaRP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108AA94C-3148-7A1C-B256-555FEAD43013}"/>
              </a:ext>
            </a:extLst>
          </p:cNvPr>
          <p:cNvSpPr txBox="1"/>
          <p:nvPr/>
        </p:nvSpPr>
        <p:spPr>
          <a:xfrm>
            <a:off x="1635956" y="1017700"/>
            <a:ext cx="68159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(7B.2)</a:t>
            </a:r>
            <a:endParaRPr lang="en-US" sz="1500" dirty="0">
              <a:latin typeface="+mj-lt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61694D5-AB9A-2B9D-606E-BB028723A396}"/>
              </a:ext>
            </a:extLst>
          </p:cNvPr>
          <p:cNvSpPr txBox="1"/>
          <p:nvPr/>
        </p:nvSpPr>
        <p:spPr>
          <a:xfrm>
            <a:off x="3952519" y="1226916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(8)</a:t>
            </a:r>
            <a:endParaRPr lang="en-US" sz="1500" dirty="0">
              <a:latin typeface="+mj-lt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E87B460-B410-8220-576E-E23E384857B0}"/>
              </a:ext>
            </a:extLst>
          </p:cNvPr>
          <p:cNvSpPr txBox="1"/>
          <p:nvPr/>
        </p:nvSpPr>
        <p:spPr>
          <a:xfrm>
            <a:off x="5910601" y="1226916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(9)</a:t>
            </a:r>
            <a:endParaRPr lang="en-US" sz="1500" dirty="0">
              <a:latin typeface="+mj-lt"/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8C3CAB20-4800-D1ED-0A69-77E11E886F2B}"/>
              </a:ext>
            </a:extLst>
          </p:cNvPr>
          <p:cNvSpPr txBox="1"/>
          <p:nvPr/>
        </p:nvSpPr>
        <p:spPr>
          <a:xfrm>
            <a:off x="7802764" y="1226916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(10.2)</a:t>
            </a:r>
            <a:endParaRPr lang="en-US" sz="1500" dirty="0">
              <a:latin typeface="+mj-lt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88A04E50-BAC5-0C94-6CDE-0D9CA0329A0A}"/>
              </a:ext>
            </a:extLst>
          </p:cNvPr>
          <p:cNvSpPr txBox="1"/>
          <p:nvPr/>
        </p:nvSpPr>
        <p:spPr>
          <a:xfrm>
            <a:off x="6492996" y="1849413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(10.1)</a:t>
            </a:r>
            <a:endParaRPr lang="en-US" sz="1500" dirty="0">
              <a:latin typeface="+mj-lt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23DD19B5-7E29-83A0-1912-E3B127FD3F04}"/>
              </a:ext>
            </a:extLst>
          </p:cNvPr>
          <p:cNvSpPr txBox="1"/>
          <p:nvPr/>
        </p:nvSpPr>
        <p:spPr>
          <a:xfrm>
            <a:off x="4507260" y="3003508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(17.2)</a:t>
            </a:r>
            <a:endParaRPr lang="en-US" sz="15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DCA111-F1F4-4BD9-90EC-77B7AE201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519920" cy="684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83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Closed book outline">
            <a:extLst>
              <a:ext uri="{FF2B5EF4-FFF2-40B4-BE49-F238E27FC236}">
                <a16:creationId xmlns:a16="http://schemas.microsoft.com/office/drawing/2014/main" id="{8B5A347F-16B0-4C01-CDE5-3DA7EE07C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4960" y="1264920"/>
            <a:ext cx="1183640" cy="1183640"/>
          </a:xfrm>
          <a:prstGeom prst="rect">
            <a:avLst/>
          </a:prstGeom>
        </p:spPr>
      </p:pic>
      <p:pic>
        <p:nvPicPr>
          <p:cNvPr id="5" name="Graphic 4" descr="Closed book outline">
            <a:extLst>
              <a:ext uri="{FF2B5EF4-FFF2-40B4-BE49-F238E27FC236}">
                <a16:creationId xmlns:a16="http://schemas.microsoft.com/office/drawing/2014/main" id="{6579DF6F-E332-F978-F493-883C9FE29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2240" y="1264920"/>
            <a:ext cx="1183640" cy="1183640"/>
          </a:xfrm>
          <a:prstGeom prst="rect">
            <a:avLst/>
          </a:prstGeom>
        </p:spPr>
      </p:pic>
      <p:pic>
        <p:nvPicPr>
          <p:cNvPr id="6" name="Graphic 5" descr="Closed book outline">
            <a:extLst>
              <a:ext uri="{FF2B5EF4-FFF2-40B4-BE49-F238E27FC236}">
                <a16:creationId xmlns:a16="http://schemas.microsoft.com/office/drawing/2014/main" id="{48222A22-CE4D-1805-0AF0-BA5306965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2240" y="2585720"/>
            <a:ext cx="1183640" cy="1183640"/>
          </a:xfrm>
          <a:prstGeom prst="rect">
            <a:avLst/>
          </a:prstGeom>
        </p:spPr>
      </p:pic>
      <p:pic>
        <p:nvPicPr>
          <p:cNvPr id="7" name="Graphic 6" descr="Closed book outline">
            <a:extLst>
              <a:ext uri="{FF2B5EF4-FFF2-40B4-BE49-F238E27FC236}">
                <a16:creationId xmlns:a16="http://schemas.microsoft.com/office/drawing/2014/main" id="{FD26C7B4-1F6C-12C6-A88D-C0236AEF84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79880" y="2585720"/>
            <a:ext cx="1183640" cy="11836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4D18BFF-8B72-771A-E213-EA8C5BFAC8E7}"/>
              </a:ext>
            </a:extLst>
          </p:cNvPr>
          <p:cNvSpPr txBox="1"/>
          <p:nvPr/>
        </p:nvSpPr>
        <p:spPr>
          <a:xfrm>
            <a:off x="1691423" y="89558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SGK </a:t>
            </a:r>
            <a:r>
              <a:rPr lang="vi-VN" dirty="0"/>
              <a:t>LỊCH SỬ VN</a:t>
            </a:r>
            <a:endParaRPr lang="en-US" dirty="0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F43CF5DF-12CB-D8BF-AFF4-5BED1806DF8F}"/>
              </a:ext>
            </a:extLst>
          </p:cNvPr>
          <p:cNvSpPr/>
          <p:nvPr/>
        </p:nvSpPr>
        <p:spPr>
          <a:xfrm>
            <a:off x="5902960" y="1856740"/>
            <a:ext cx="1899920" cy="1572260"/>
          </a:xfrm>
          <a:prstGeom prst="can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F27885-9A35-F250-7D10-D3DD61E5B54C}"/>
              </a:ext>
            </a:extLst>
          </p:cNvPr>
          <p:cNvSpPr txBox="1"/>
          <p:nvPr/>
        </p:nvSpPr>
        <p:spPr>
          <a:xfrm>
            <a:off x="5552692" y="1258824"/>
            <a:ext cx="2600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DATASET LỊCH SỬ VN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FDB0EF4-F1D1-8586-C253-0557B4AF13E0}"/>
              </a:ext>
            </a:extLst>
          </p:cNvPr>
          <p:cNvCxnSpPr/>
          <p:nvPr/>
        </p:nvCxnSpPr>
        <p:spPr>
          <a:xfrm>
            <a:off x="4206240" y="2585720"/>
            <a:ext cx="14813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8BF2CDB-C40A-C74D-69A1-2BF46F00B375}"/>
              </a:ext>
            </a:extLst>
          </p:cNvPr>
          <p:cNvSpPr txBox="1"/>
          <p:nvPr/>
        </p:nvSpPr>
        <p:spPr>
          <a:xfrm>
            <a:off x="3924390" y="2057892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dirty="0"/>
              <a:t>Thu thập dữ liệu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58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497829-D8FF-F2E4-0A7A-09423295FBEA}"/>
              </a:ext>
            </a:extLst>
          </p:cNvPr>
          <p:cNvSpPr txBox="1"/>
          <p:nvPr/>
        </p:nvSpPr>
        <p:spPr>
          <a:xfrm>
            <a:off x="591671" y="605118"/>
            <a:ext cx="3809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thu</a:t>
            </a:r>
            <a:r>
              <a:rPr lang="en-US" dirty="0"/>
              <a:t> </a:t>
            </a:r>
            <a:r>
              <a:rPr lang="en-US" dirty="0" err="1"/>
              <a:t>thập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pic>
        <p:nvPicPr>
          <p:cNvPr id="5" name="Picture 4" descr="SA stack of books with a bookmark">
            <a:extLst>
              <a:ext uri="{FF2B5EF4-FFF2-40B4-BE49-F238E27FC236}">
                <a16:creationId xmlns:a16="http://schemas.microsoft.com/office/drawing/2014/main" id="{6E3F6604-BA07-4786-C6BC-5C1375AD7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3839" y="3074508"/>
            <a:ext cx="2346888" cy="2234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E64CA9-55C8-1D4D-D10E-4CC1A663CD46}"/>
              </a:ext>
            </a:extLst>
          </p:cNvPr>
          <p:cNvSpPr txBox="1"/>
          <p:nvPr/>
        </p:nvSpPr>
        <p:spPr>
          <a:xfrm>
            <a:off x="2412013" y="2435597"/>
            <a:ext cx="1717008" cy="7867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giáo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khoa</a:t>
            </a:r>
          </a:p>
          <a:p>
            <a:pPr algn="ctr">
              <a:lnSpc>
                <a:spcPct val="150000"/>
              </a:lnSpc>
            </a:pP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32FD407-45B1-8B63-03C2-2931E3555CE3}"/>
              </a:ext>
            </a:extLst>
          </p:cNvPr>
          <p:cNvSpPr/>
          <p:nvPr/>
        </p:nvSpPr>
        <p:spPr>
          <a:xfrm>
            <a:off x="8005949" y="2779708"/>
            <a:ext cx="2346887" cy="2823882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CE4B27-B07C-3A57-4391-61D5579D75BC}"/>
              </a:ext>
            </a:extLst>
          </p:cNvPr>
          <p:cNvCxnSpPr>
            <a:cxnSpLocks/>
            <a:stCxn id="5" idx="3"/>
            <a:endCxn id="7" idx="2"/>
          </p:cNvCxnSpPr>
          <p:nvPr/>
        </p:nvCxnSpPr>
        <p:spPr>
          <a:xfrm>
            <a:off x="4400727" y="4191649"/>
            <a:ext cx="36052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B193BF-D9F4-2D52-CF09-9F83F9F743EB}"/>
              </a:ext>
            </a:extLst>
          </p:cNvPr>
          <p:cNvSpPr txBox="1"/>
          <p:nvPr/>
        </p:nvSpPr>
        <p:spPr>
          <a:xfrm>
            <a:off x="5450472" y="3696149"/>
            <a:ext cx="1545616" cy="417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3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74387C-7151-E493-401D-5410235D8517}"/>
              </a:ext>
            </a:extLst>
          </p:cNvPr>
          <p:cNvSpPr txBox="1"/>
          <p:nvPr/>
        </p:nvSpPr>
        <p:spPr>
          <a:xfrm>
            <a:off x="203200" y="348343"/>
            <a:ext cx="3852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tiền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FA213825-21FB-D393-25C1-EDD9B72EC561}"/>
              </a:ext>
            </a:extLst>
          </p:cNvPr>
          <p:cNvSpPr/>
          <p:nvPr/>
        </p:nvSpPr>
        <p:spPr>
          <a:xfrm>
            <a:off x="1727197" y="1178895"/>
            <a:ext cx="3077029" cy="1146628"/>
          </a:xfrm>
          <a:prstGeom prst="can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66BEAD6-C222-7228-EB97-818F29BBF5A4}"/>
              </a:ext>
            </a:extLst>
          </p:cNvPr>
          <p:cNvSpPr/>
          <p:nvPr/>
        </p:nvSpPr>
        <p:spPr>
          <a:xfrm>
            <a:off x="1727196" y="3182257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bỏ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D5B7AA2-9D05-9670-3CD5-4C61D3BCBB2B}"/>
              </a:ext>
            </a:extLst>
          </p:cNvPr>
          <p:cNvSpPr/>
          <p:nvPr/>
        </p:nvSpPr>
        <p:spPr>
          <a:xfrm>
            <a:off x="1727195" y="4532477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3E0BC4-0FAF-8C46-689D-0849E5990CAF}"/>
              </a:ext>
            </a:extLst>
          </p:cNvPr>
          <p:cNvSpPr/>
          <p:nvPr/>
        </p:nvSpPr>
        <p:spPr>
          <a:xfrm>
            <a:off x="6096000" y="1959428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kê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E55AF0-BC6B-A76D-D104-35360C50726C}"/>
              </a:ext>
            </a:extLst>
          </p:cNvPr>
          <p:cNvSpPr/>
          <p:nvPr/>
        </p:nvSpPr>
        <p:spPr>
          <a:xfrm>
            <a:off x="6095999" y="3429000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1F94BD18-380C-ED8C-E224-998E4ADE3417}"/>
              </a:ext>
            </a:extLst>
          </p:cNvPr>
          <p:cNvSpPr/>
          <p:nvPr/>
        </p:nvSpPr>
        <p:spPr>
          <a:xfrm>
            <a:off x="6095999" y="4898572"/>
            <a:ext cx="3077029" cy="1146628"/>
          </a:xfrm>
          <a:prstGeom prst="can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729E3A-7C20-7C54-406E-B3A88C00CD88}"/>
              </a:ext>
            </a:extLst>
          </p:cNvPr>
          <p:cNvCxnSpPr>
            <a:stCxn id="4" idx="3"/>
            <a:endCxn id="5" idx="0"/>
          </p:cNvCxnSpPr>
          <p:nvPr/>
        </p:nvCxnSpPr>
        <p:spPr>
          <a:xfrm flipH="1">
            <a:off x="3265711" y="2325523"/>
            <a:ext cx="1" cy="856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D8FACA-E638-D9B7-BD93-6CA2533B974E}"/>
              </a:ext>
            </a:extLst>
          </p:cNvPr>
          <p:cNvCxnSpPr/>
          <p:nvPr/>
        </p:nvCxnSpPr>
        <p:spPr>
          <a:xfrm flipH="1">
            <a:off x="3265708" y="3675743"/>
            <a:ext cx="1" cy="856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060477-1CCF-6479-36F5-35D4304BC4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7634514" y="2452914"/>
            <a:ext cx="1" cy="976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CF5B3E-3D13-3D5F-E1B4-0509537BCD62}"/>
              </a:ext>
            </a:extLst>
          </p:cNvPr>
          <p:cNvCxnSpPr>
            <a:cxnSpLocks/>
            <a:stCxn id="8" idx="2"/>
            <a:endCxn id="11" idx="1"/>
          </p:cNvCxnSpPr>
          <p:nvPr/>
        </p:nvCxnSpPr>
        <p:spPr>
          <a:xfrm>
            <a:off x="7634514" y="3922486"/>
            <a:ext cx="0" cy="976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64F5165-9267-B007-0868-3EB17AFC93D1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4804224" y="2206171"/>
            <a:ext cx="1291776" cy="25730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303870-B68F-0187-206C-9F78F33C4E0F}"/>
              </a:ext>
            </a:extLst>
          </p:cNvPr>
          <p:cNvSpPr/>
          <p:nvPr/>
        </p:nvSpPr>
        <p:spPr>
          <a:xfrm>
            <a:off x="1248229" y="952500"/>
            <a:ext cx="8316685" cy="5557157"/>
          </a:xfrm>
          <a:prstGeom prst="round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60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C3B24D-E97B-2982-21AB-8F7CB06C7A45}"/>
              </a:ext>
            </a:extLst>
          </p:cNvPr>
          <p:cNvSpPr txBox="1"/>
          <p:nvPr/>
        </p:nvSpPr>
        <p:spPr>
          <a:xfrm>
            <a:off x="282388" y="349624"/>
            <a:ext cx="5611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Minh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embedding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EFD720A1-B5A9-025E-F0E1-35974EF4CB3C}"/>
              </a:ext>
            </a:extLst>
          </p:cNvPr>
          <p:cNvSpPr/>
          <p:nvPr/>
        </p:nvSpPr>
        <p:spPr>
          <a:xfrm>
            <a:off x="282388" y="3507485"/>
            <a:ext cx="2918012" cy="1405419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1810160"/>
            <a:ext cx="3106270" cy="12674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3849321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stCxn id="3" idx="4"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stCxn id="3" idx="4"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stCxn id="3" idx="4"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stCxn id="3" idx="4"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 flipV="1">
            <a:off x="7305934" y="2443903"/>
            <a:ext cx="1322708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443903"/>
            <a:ext cx="1322708" cy="7027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443903"/>
            <a:ext cx="1322708" cy="14054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443903"/>
            <a:ext cx="1322708" cy="21081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077645"/>
            <a:ext cx="0" cy="771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478</Words>
  <Application>Microsoft Office PowerPoint</Application>
  <PresentationFormat>Widescreen</PresentationFormat>
  <Paragraphs>123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Úc Ngô Văn</cp:lastModifiedBy>
  <cp:revision>319</cp:revision>
  <dcterms:created xsi:type="dcterms:W3CDTF">2025-05-23T12:28:00Z</dcterms:created>
  <dcterms:modified xsi:type="dcterms:W3CDTF">2025-05-26T02:49:27Z</dcterms:modified>
</cp:coreProperties>
</file>