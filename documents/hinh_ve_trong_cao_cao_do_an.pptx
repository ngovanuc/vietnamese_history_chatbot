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62" r:id="rId4"/>
    <p:sldId id="256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8912-86F2-F9F0-00D3-990E0B754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113A2-A0A7-B188-7501-24DAD1C70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9CCA3-C8F8-59A8-896E-8F81F45B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921C3-8091-F0A5-217C-2B4CF793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98E6-AC1B-C042-A86D-2CDA93F4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EA97-63A1-E6EE-C033-79107652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918F-1E53-773B-915C-EB50A950C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64DD9-9B7B-ED0F-5AD1-F1E240F21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C0C4-0AFA-30E5-3867-A6C30370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7F20-4B6C-A796-DE93-D3498ED3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4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B530-8D97-C682-200C-B82389A6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48CB-E3D0-3F6B-51AA-695B7877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A2CF-8223-607E-FAD4-0FE7F4EA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CF7E-EDFD-63DD-DF7C-06918EE5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41494-1C6C-8D6D-0D1B-AB72B96E8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3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67DBE-5C24-BAEE-2510-7FB8F218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556E-BBCB-C168-E051-5560F81BE7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091E1-59D0-9DA3-D74D-C3F3779A4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3CC07-69A7-5A64-5D70-F8A70B0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9205C-D24C-55AE-18CF-6ED3F97B0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33A4F-B594-ACB3-453B-D3E23FF9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2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D283-E85A-3282-15DF-247A7B26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7CA19-187C-A5E8-BC3E-BD997BE90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89F4C-C304-0EFD-967B-DFC77717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8BE78-3FF5-F381-601A-DFC0C216D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7A8C23-94E5-BBCF-66F0-1AC1341CD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FD67A2-BA88-1C47-A4F1-55CFC8A4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7164F-3659-A8D8-23A1-FDF683515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2B98E-C056-4234-E54B-F2681D6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DD8A-9D6B-CBFD-B738-09658CF1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7BA658-0076-E468-FB6F-4C30276B2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30A00-A54D-BEE2-C528-E15E28E7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9A0B25-13F9-8AF6-2E65-226AE92E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9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F404E-8DA5-F200-9821-22186054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AEEC9-BF2E-B4E6-BF97-C1EE6E71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BD3E-C3AA-4936-1142-7A0FC5FD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1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6A5B-3398-8830-9034-521E5C1D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41C90-ACFC-9213-D50D-5AEC48679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36A73-460C-5C7D-E7FB-15E18CDE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1F0BE-1658-A687-E90E-C7B5376DB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1CCF-DE5B-8907-3CDF-9DFD543D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6A6F0-9D3B-F27F-A230-1BCF404A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87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EE088-D236-5AA4-2D05-C930E96F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7473F-786D-679D-F2EA-5A34B7B879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F35B4-1A19-9F01-C805-BDAF2AB2B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E30A4-387B-BFBD-38E0-B80918BA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3D2BE-6D80-AFFA-4784-4ECB16A5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9A9E8-E1BE-6D64-55F5-126A1C8F5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13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9B8B-7540-5544-DD63-0551D902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29DB5-807D-FEC5-B64E-38B3DCC929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71F61-FE4D-68AB-8083-EBFD3DA0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719EE-31E7-4A27-E40C-ABAB6C22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0F318-AD70-3876-F866-F1A19498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68D4C2-7177-75A2-B78A-BB0DB552B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4754C-76DD-7D90-5C63-BFF663E46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2A031-C4DC-4E2B-31FF-07ABB15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9EF5-1F09-E28D-CF5A-20D9DD64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5D9F2-C84E-E8E4-6B4C-69A45C00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33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09FE-8CA2-1CDF-E3A4-62253527A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A3EAC-A920-E5C2-E1FB-AF2B580BF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1692-CBA2-55EE-6F3E-2107F2BB7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59BD-E0A4-2DDC-2EE2-DDF5077B3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6862B-1C71-34CC-AC63-A8F8BD93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7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848F27-9E02-524C-BD0D-8267EB4471BA}"/>
              </a:ext>
            </a:extLst>
          </p:cNvPr>
          <p:cNvSpPr txBox="1"/>
          <p:nvPr/>
        </p:nvSpPr>
        <p:spPr>
          <a:xfrm>
            <a:off x="470647" y="349624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pp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xuất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C53F684-CADB-23ED-A84A-15C9C0DCBACB}"/>
              </a:ext>
            </a:extLst>
          </p:cNvPr>
          <p:cNvSpPr/>
          <p:nvPr/>
        </p:nvSpPr>
        <p:spPr>
          <a:xfrm>
            <a:off x="9784977" y="367656"/>
            <a:ext cx="1936376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tokenization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3506012-F42C-6E7E-895E-7031032EF19C}"/>
              </a:ext>
            </a:extLst>
          </p:cNvPr>
          <p:cNvSpPr/>
          <p:nvPr/>
        </p:nvSpPr>
        <p:spPr>
          <a:xfrm>
            <a:off x="9784977" y="2019306"/>
            <a:ext cx="1936376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3C3D5F3-8156-2DF9-F403-84583266D6BC}"/>
              </a:ext>
            </a:extLst>
          </p:cNvPr>
          <p:cNvSpPr/>
          <p:nvPr/>
        </p:nvSpPr>
        <p:spPr>
          <a:xfrm>
            <a:off x="9784977" y="3255786"/>
            <a:ext cx="1936376" cy="616890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đoạn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37418CE-22B3-0FFE-480A-E08203B38E07}"/>
              </a:ext>
            </a:extLst>
          </p:cNvPr>
          <p:cNvSpPr/>
          <p:nvPr/>
        </p:nvSpPr>
        <p:spPr>
          <a:xfrm>
            <a:off x="7464335" y="2640064"/>
            <a:ext cx="1498507" cy="616890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</a:p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37A3E2C-DFA4-FB1B-DC0F-8D8321EE7010}"/>
              </a:ext>
            </a:extLst>
          </p:cNvPr>
          <p:cNvSpPr/>
          <p:nvPr/>
        </p:nvSpPr>
        <p:spPr>
          <a:xfrm>
            <a:off x="7454899" y="4174870"/>
            <a:ext cx="1498507" cy="616890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kho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41B3820-D328-1DBF-5AB7-5083902FA8A9}"/>
              </a:ext>
            </a:extLst>
          </p:cNvPr>
          <p:cNvSpPr/>
          <p:nvPr/>
        </p:nvSpPr>
        <p:spPr>
          <a:xfrm>
            <a:off x="5149895" y="367656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Thu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thập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D18D024-5D31-4437-63AE-A5A67B3A6911}"/>
              </a:ext>
            </a:extLst>
          </p:cNvPr>
          <p:cNvSpPr/>
          <p:nvPr/>
        </p:nvSpPr>
        <p:spPr>
          <a:xfrm>
            <a:off x="7454900" y="367656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Tiền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52DB736-6BD0-1C67-28DD-FB77776B0682}"/>
              </a:ext>
            </a:extLst>
          </p:cNvPr>
          <p:cNvSpPr/>
          <p:nvPr/>
        </p:nvSpPr>
        <p:spPr>
          <a:xfrm>
            <a:off x="2844893" y="2633858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input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19A16DE-F0BE-959B-53BC-AAE01335888B}"/>
              </a:ext>
            </a:extLst>
          </p:cNvPr>
          <p:cNvSpPr/>
          <p:nvPr/>
        </p:nvSpPr>
        <p:spPr>
          <a:xfrm>
            <a:off x="5149897" y="2633858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Trích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xuất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CB58F84-B77C-D569-875E-B8B585695C81}"/>
              </a:ext>
            </a:extLst>
          </p:cNvPr>
          <p:cNvSpPr/>
          <p:nvPr/>
        </p:nvSpPr>
        <p:spPr>
          <a:xfrm>
            <a:off x="5149895" y="4169832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prompt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6740C20-BE2F-0BC6-8CFC-DC1687CE15CB}"/>
              </a:ext>
            </a:extLst>
          </p:cNvPr>
          <p:cNvSpPr/>
          <p:nvPr/>
        </p:nvSpPr>
        <p:spPr>
          <a:xfrm>
            <a:off x="2902134" y="4169832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output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18" descr="A black and white image of a person's face&#10;&#10;AI-generated content may be incorrect.">
            <a:extLst>
              <a:ext uri="{FF2B5EF4-FFF2-40B4-BE49-F238E27FC236}">
                <a16:creationId xmlns:a16="http://schemas.microsoft.com/office/drawing/2014/main" id="{ED3099EC-BF71-2F7C-0E8A-8E4EE34B83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094" y="3255786"/>
            <a:ext cx="880070" cy="10704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AC8D24A-9E04-FE66-66BA-F7DB58BD5EE5}"/>
              </a:ext>
            </a:extLst>
          </p:cNvPr>
          <p:cNvSpPr txBox="1"/>
          <p:nvPr/>
        </p:nvSpPr>
        <p:spPr>
          <a:xfrm>
            <a:off x="864985" y="4329427"/>
            <a:ext cx="1050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Người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540EEEB-B16F-FE39-4D99-F7688954752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648402" y="678620"/>
            <a:ext cx="8064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AC721A-7FAE-13A6-ADA2-EC6C09DFBA29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>
            <a:off x="8953407" y="678620"/>
            <a:ext cx="83157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D77A04B-5592-2B8C-A78C-312A0FDF43A9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0753165" y="989584"/>
            <a:ext cx="0" cy="10297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D3CEF1D-DFD6-410F-D390-26139C8200D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4343400" y="2944822"/>
            <a:ext cx="80649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CCCEBF-3E22-E2F3-B5FC-C13FD2E25741}"/>
              </a:ext>
            </a:extLst>
          </p:cNvPr>
          <p:cNvCxnSpPr>
            <a:cxnSpLocks/>
            <a:stCxn id="13" idx="3"/>
            <a:endCxn id="8" idx="1"/>
          </p:cNvCxnSpPr>
          <p:nvPr/>
        </p:nvCxnSpPr>
        <p:spPr>
          <a:xfrm>
            <a:off x="6648404" y="2944822"/>
            <a:ext cx="815931" cy="3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59E49E9-D19E-5261-6F6B-48AE1E3C1621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8204153" y="3256954"/>
            <a:ext cx="9436" cy="9179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A5F7461-7158-3B80-2981-8640253A2E49}"/>
              </a:ext>
            </a:extLst>
          </p:cNvPr>
          <p:cNvCxnSpPr>
            <a:cxnSpLocks/>
            <a:stCxn id="9" idx="1"/>
            <a:endCxn id="14" idx="3"/>
          </p:cNvCxnSpPr>
          <p:nvPr/>
        </p:nvCxnSpPr>
        <p:spPr>
          <a:xfrm flipH="1" flipV="1">
            <a:off x="6648402" y="4480796"/>
            <a:ext cx="806497" cy="25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7CBFF66-D44A-FB0C-3A64-70EA6710D10A}"/>
              </a:ext>
            </a:extLst>
          </p:cNvPr>
          <p:cNvCxnSpPr>
            <a:cxnSpLocks/>
            <a:stCxn id="14" idx="1"/>
            <a:endCxn id="15" idx="3"/>
          </p:cNvCxnSpPr>
          <p:nvPr/>
        </p:nvCxnSpPr>
        <p:spPr>
          <a:xfrm flipH="1">
            <a:off x="4400641" y="4480796"/>
            <a:ext cx="7492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EAEDB875-6672-0F9F-D61A-73998C0B19C6}"/>
              </a:ext>
            </a:extLst>
          </p:cNvPr>
          <p:cNvCxnSpPr>
            <a:cxnSpLocks/>
            <a:stCxn id="6" idx="1"/>
          </p:cNvCxnSpPr>
          <p:nvPr/>
        </p:nvCxnSpPr>
        <p:spPr>
          <a:xfrm rot="10800000" flipV="1">
            <a:off x="8962845" y="2330269"/>
            <a:ext cx="822133" cy="47960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34539EFC-02BA-0D39-57DB-FA9856F81247}"/>
              </a:ext>
            </a:extLst>
          </p:cNvPr>
          <p:cNvCxnSpPr>
            <a:cxnSpLocks/>
            <a:stCxn id="7" idx="1"/>
          </p:cNvCxnSpPr>
          <p:nvPr/>
        </p:nvCxnSpPr>
        <p:spPr>
          <a:xfrm rot="10800000">
            <a:off x="8930891" y="3120839"/>
            <a:ext cx="854086" cy="44339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2D68A04-C40C-5521-B43D-2536923C4C4B}"/>
              </a:ext>
            </a:extLst>
          </p:cNvPr>
          <p:cNvCxnSpPr>
            <a:stCxn id="5" idx="3"/>
            <a:endCxn id="7" idx="3"/>
          </p:cNvCxnSpPr>
          <p:nvPr/>
        </p:nvCxnSpPr>
        <p:spPr>
          <a:xfrm>
            <a:off x="11721353" y="678620"/>
            <a:ext cx="12700" cy="288561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00B0408E-4F5B-EEB7-E3D8-BC3E7E52118F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1858784" y="2944822"/>
            <a:ext cx="986109" cy="538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AF0B6387-7EE6-AD17-DAA2-E24F1D6FCD7F}"/>
              </a:ext>
            </a:extLst>
          </p:cNvPr>
          <p:cNvCxnSpPr>
            <a:cxnSpLocks/>
            <a:stCxn id="15" idx="1"/>
          </p:cNvCxnSpPr>
          <p:nvPr/>
        </p:nvCxnSpPr>
        <p:spPr>
          <a:xfrm flipH="1" flipV="1">
            <a:off x="1830164" y="4101977"/>
            <a:ext cx="1071970" cy="378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1D0D6C68-7A66-C523-29CD-9E57B59C6F66}"/>
              </a:ext>
            </a:extLst>
          </p:cNvPr>
          <p:cNvCxnSpPr>
            <a:cxnSpLocks/>
          </p:cNvCxnSpPr>
          <p:nvPr/>
        </p:nvCxnSpPr>
        <p:spPr>
          <a:xfrm flipH="1">
            <a:off x="4945319" y="149225"/>
            <a:ext cx="4506" cy="1049814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58E2D5B7-E5C3-505B-F292-F270573CA103}"/>
              </a:ext>
            </a:extLst>
          </p:cNvPr>
          <p:cNvCxnSpPr>
            <a:cxnSpLocks/>
          </p:cNvCxnSpPr>
          <p:nvPr/>
        </p:nvCxnSpPr>
        <p:spPr>
          <a:xfrm>
            <a:off x="4945319" y="149225"/>
            <a:ext cx="7155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AD7EC239-0F29-0588-BFF3-332A467F769B}"/>
              </a:ext>
            </a:extLst>
          </p:cNvPr>
          <p:cNvCxnSpPr>
            <a:cxnSpLocks/>
          </p:cNvCxnSpPr>
          <p:nvPr/>
        </p:nvCxnSpPr>
        <p:spPr>
          <a:xfrm>
            <a:off x="4945319" y="1199039"/>
            <a:ext cx="227082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EF6FD7B7-5B67-07EE-376B-BEBEA53B3C30}"/>
              </a:ext>
            </a:extLst>
          </p:cNvPr>
          <p:cNvCxnSpPr>
            <a:cxnSpLocks/>
          </p:cNvCxnSpPr>
          <p:nvPr/>
        </p:nvCxnSpPr>
        <p:spPr>
          <a:xfrm>
            <a:off x="7216140" y="1199039"/>
            <a:ext cx="0" cy="3776821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DE97D5BB-3614-DCBE-B045-5CB2E1172E70}"/>
              </a:ext>
            </a:extLst>
          </p:cNvPr>
          <p:cNvCxnSpPr>
            <a:cxnSpLocks/>
          </p:cNvCxnSpPr>
          <p:nvPr/>
        </p:nvCxnSpPr>
        <p:spPr>
          <a:xfrm>
            <a:off x="12100560" y="149225"/>
            <a:ext cx="0" cy="4826635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D8321B7-48F4-885D-3F78-68C7ABFE6C44}"/>
              </a:ext>
            </a:extLst>
          </p:cNvPr>
          <p:cNvCxnSpPr>
            <a:cxnSpLocks/>
          </p:cNvCxnSpPr>
          <p:nvPr/>
        </p:nvCxnSpPr>
        <p:spPr>
          <a:xfrm>
            <a:off x="7216140" y="4975860"/>
            <a:ext cx="4884420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47254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C0B364E-9D90-64CF-EE9A-A0106BA27474}"/>
              </a:ext>
            </a:extLst>
          </p:cNvPr>
          <p:cNvSpPr/>
          <p:nvPr/>
        </p:nvSpPr>
        <p:spPr>
          <a:xfrm>
            <a:off x="146304" y="187452"/>
            <a:ext cx="1591056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Thu thập dữ liệu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(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Collecting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data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)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9149CF4-2B03-7E86-92B8-78C2E8CCD61F}"/>
              </a:ext>
            </a:extLst>
          </p:cNvPr>
          <p:cNvSpPr/>
          <p:nvPr/>
        </p:nvSpPr>
        <p:spPr>
          <a:xfrm>
            <a:off x="2228088" y="187452"/>
            <a:ext cx="1676400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Tiền xử lý dữ liệu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(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Preprocessing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data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)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2FCEE69-E7C6-B0BC-7221-2D5531C0F05E}"/>
              </a:ext>
            </a:extLst>
          </p:cNvPr>
          <p:cNvSpPr/>
          <p:nvPr/>
        </p:nvSpPr>
        <p:spPr>
          <a:xfrm>
            <a:off x="4395216" y="187452"/>
            <a:ext cx="1456944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Phân đoạn dữ liệu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(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Chunking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data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)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74A74C67-E73B-6C07-A7EF-03FC8E1C9209}"/>
              </a:ext>
            </a:extLst>
          </p:cNvPr>
          <p:cNvSpPr/>
          <p:nvPr/>
        </p:nvSpPr>
        <p:spPr>
          <a:xfrm>
            <a:off x="6347699" y="96012"/>
            <a:ext cx="1456944" cy="644652"/>
          </a:xfrm>
          <a:prstGeom prst="can">
            <a:avLst>
              <a:gd name="adj" fmla="val 12506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Dữ liệu chuẩn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(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Cleaned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data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)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BB5996C8-63F9-DD2B-5367-2334A49E3D1C}"/>
              </a:ext>
            </a:extLst>
          </p:cNvPr>
          <p:cNvSpPr/>
          <p:nvPr/>
        </p:nvSpPr>
        <p:spPr>
          <a:xfrm>
            <a:off x="10553140" y="187452"/>
            <a:ext cx="1523044" cy="530352"/>
          </a:xfrm>
          <a:prstGeom prst="cube">
            <a:avLst>
              <a:gd name="adj" fmla="val 19444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Các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model</a:t>
            </a:r>
            <a:endParaRPr lang="vi-VN" sz="13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vi-VN" sz="1300" dirty="0" err="1">
                <a:solidFill>
                  <a:schemeClr val="tx1"/>
                </a:solidFill>
                <a:latin typeface="+mj-lt"/>
              </a:rPr>
              <a:t>embedding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" name="Cube 12">
            <a:extLst>
              <a:ext uri="{FF2B5EF4-FFF2-40B4-BE49-F238E27FC236}">
                <a16:creationId xmlns:a16="http://schemas.microsoft.com/office/drawing/2014/main" id="{7032E416-3072-CA65-BFB7-B4D384B9BA0D}"/>
              </a:ext>
            </a:extLst>
          </p:cNvPr>
          <p:cNvSpPr/>
          <p:nvPr/>
        </p:nvSpPr>
        <p:spPr>
          <a:xfrm>
            <a:off x="8388053" y="1281684"/>
            <a:ext cx="1511804" cy="530352"/>
          </a:xfrm>
          <a:prstGeom prst="cube">
            <a:avLst>
              <a:gd name="adj" fmla="val 19444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 err="1">
                <a:solidFill>
                  <a:schemeClr val="tx1"/>
                </a:solidFill>
                <a:latin typeface="+mj-lt"/>
              </a:rPr>
              <a:t>Model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embedding</a:t>
            </a:r>
            <a:endParaRPr lang="vi-VN" sz="13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tốt nhất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4" name="Cylinder 13">
            <a:extLst>
              <a:ext uri="{FF2B5EF4-FFF2-40B4-BE49-F238E27FC236}">
                <a16:creationId xmlns:a16="http://schemas.microsoft.com/office/drawing/2014/main" id="{5CA7FCE2-8826-2AC2-A35A-B7D56C453B2A}"/>
              </a:ext>
            </a:extLst>
          </p:cNvPr>
          <p:cNvSpPr/>
          <p:nvPr/>
        </p:nvSpPr>
        <p:spPr>
          <a:xfrm>
            <a:off x="10553140" y="1281684"/>
            <a:ext cx="1523044" cy="1691640"/>
          </a:xfrm>
          <a:prstGeom prst="can">
            <a:avLst>
              <a:gd name="adj" fmla="val 1062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trữ dữ liệu</a:t>
            </a:r>
          </a:p>
          <a:p>
            <a:pPr algn="ctr"/>
            <a:r>
              <a:rPr lang="vi-VN" sz="13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vector</a:t>
            </a: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endParaRPr lang="en-US" sz="13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Graphic 16" descr="User with solid fill">
            <a:extLst>
              <a:ext uri="{FF2B5EF4-FFF2-40B4-BE49-F238E27FC236}">
                <a16:creationId xmlns:a16="http://schemas.microsoft.com/office/drawing/2014/main" id="{B61B3EEB-3B71-FA44-D12A-08CB3E46AD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72939" y="2090743"/>
            <a:ext cx="1003931" cy="1003931"/>
          </a:xfrm>
          <a:prstGeom prst="rect">
            <a:avLst/>
          </a:prstGeom>
        </p:spPr>
      </p:pic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6EAC2B4-7E02-37B2-CEB3-63863C0A676D}"/>
              </a:ext>
            </a:extLst>
          </p:cNvPr>
          <p:cNvSpPr/>
          <p:nvPr/>
        </p:nvSpPr>
        <p:spPr>
          <a:xfrm>
            <a:off x="6347700" y="1281684"/>
            <a:ext cx="1456943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Thông tin được trích xuất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3F988E7-AA09-988C-9F5A-31716BD85BB6}"/>
              </a:ext>
            </a:extLst>
          </p:cNvPr>
          <p:cNvSpPr/>
          <p:nvPr/>
        </p:nvSpPr>
        <p:spPr>
          <a:xfrm>
            <a:off x="8388052" y="210312"/>
            <a:ext cx="1523043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Đánh giá </a:t>
            </a:r>
            <a:r>
              <a:rPr lang="vi-VN" sz="13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en-US" sz="13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B4C4D39-4345-51F9-F870-BDBBD7720C2F}"/>
              </a:ext>
            </a:extLst>
          </p:cNvPr>
          <p:cNvSpPr/>
          <p:nvPr/>
        </p:nvSpPr>
        <p:spPr>
          <a:xfrm>
            <a:off x="4395216" y="1281684"/>
            <a:ext cx="1456944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Trích xuất thông tin câu hỏi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4" name="Cube 53">
            <a:extLst>
              <a:ext uri="{FF2B5EF4-FFF2-40B4-BE49-F238E27FC236}">
                <a16:creationId xmlns:a16="http://schemas.microsoft.com/office/drawing/2014/main" id="{8F6C086B-973C-E6F8-D0E8-04E58C696C4E}"/>
              </a:ext>
            </a:extLst>
          </p:cNvPr>
          <p:cNvSpPr/>
          <p:nvPr/>
        </p:nvSpPr>
        <p:spPr>
          <a:xfrm>
            <a:off x="2223277" y="1281684"/>
            <a:ext cx="1676400" cy="530352"/>
          </a:xfrm>
          <a:prstGeom prst="cube">
            <a:avLst>
              <a:gd name="adj" fmla="val 1772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LLM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B8ACB595-AD1A-F1AC-4471-A5D6994010FF}"/>
              </a:ext>
            </a:extLst>
          </p:cNvPr>
          <p:cNvSpPr/>
          <p:nvPr/>
        </p:nvSpPr>
        <p:spPr>
          <a:xfrm>
            <a:off x="146304" y="1281684"/>
            <a:ext cx="1591056" cy="57302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Câu hỏi văn bản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72AD4ED-D215-BCF5-4367-51D1C1768014}"/>
              </a:ext>
            </a:extLst>
          </p:cNvPr>
          <p:cNvSpPr/>
          <p:nvPr/>
        </p:nvSpPr>
        <p:spPr>
          <a:xfrm>
            <a:off x="146304" y="2250948"/>
            <a:ext cx="1591056" cy="72237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Xử lý âm thanh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(Khử ồn, phát hiện 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câu hỏi…)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B3349750-6CDB-9E22-4332-CDD7F2259EA3}"/>
              </a:ext>
            </a:extLst>
          </p:cNvPr>
          <p:cNvSpPr/>
          <p:nvPr/>
        </p:nvSpPr>
        <p:spPr>
          <a:xfrm>
            <a:off x="8388052" y="2250948"/>
            <a:ext cx="1524983" cy="72237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Trích xuất thông tin liên quan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8" name="Cylinder 57">
            <a:extLst>
              <a:ext uri="{FF2B5EF4-FFF2-40B4-BE49-F238E27FC236}">
                <a16:creationId xmlns:a16="http://schemas.microsoft.com/office/drawing/2014/main" id="{1F705B23-A2C5-20CD-FB48-3BF6D93C260F}"/>
              </a:ext>
            </a:extLst>
          </p:cNvPr>
          <p:cNvSpPr/>
          <p:nvPr/>
        </p:nvSpPr>
        <p:spPr>
          <a:xfrm>
            <a:off x="6347700" y="2252472"/>
            <a:ext cx="1456944" cy="722376"/>
          </a:xfrm>
          <a:prstGeom prst="can">
            <a:avLst>
              <a:gd name="adj" fmla="val 13615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CSDL thông tin người dùng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260F8AE3-D622-49E0-1D43-B08132CFF553}"/>
              </a:ext>
            </a:extLst>
          </p:cNvPr>
          <p:cNvSpPr/>
          <p:nvPr/>
        </p:nvSpPr>
        <p:spPr>
          <a:xfrm>
            <a:off x="10553140" y="3412236"/>
            <a:ext cx="1523044" cy="6324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Tạo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prompt</a:t>
            </a:r>
            <a:endParaRPr lang="vi-VN" sz="13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hoàn chỉnh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0" name="Cube 59">
            <a:extLst>
              <a:ext uri="{FF2B5EF4-FFF2-40B4-BE49-F238E27FC236}">
                <a16:creationId xmlns:a16="http://schemas.microsoft.com/office/drawing/2014/main" id="{4E3894F2-818C-AE90-D888-94D9BFDCD5B0}"/>
              </a:ext>
            </a:extLst>
          </p:cNvPr>
          <p:cNvSpPr/>
          <p:nvPr/>
        </p:nvSpPr>
        <p:spPr>
          <a:xfrm>
            <a:off x="8386111" y="4418076"/>
            <a:ext cx="1524983" cy="632460"/>
          </a:xfrm>
          <a:prstGeom prst="cube">
            <a:avLst>
              <a:gd name="adj" fmla="val 1772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LLM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1E4DF0B0-F346-2566-481E-A85FB3B965F7}"/>
              </a:ext>
            </a:extLst>
          </p:cNvPr>
          <p:cNvSpPr/>
          <p:nvPr/>
        </p:nvSpPr>
        <p:spPr>
          <a:xfrm>
            <a:off x="4395216" y="3412236"/>
            <a:ext cx="1952484" cy="6324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Bộ phân tích hành vi người dùng</a:t>
            </a:r>
          </a:p>
        </p:txBody>
      </p:sp>
      <p:sp>
        <p:nvSpPr>
          <p:cNvPr id="62" name="Cylinder 61">
            <a:extLst>
              <a:ext uri="{FF2B5EF4-FFF2-40B4-BE49-F238E27FC236}">
                <a16:creationId xmlns:a16="http://schemas.microsoft.com/office/drawing/2014/main" id="{C8A51440-C671-1AD6-13D0-D3C9616FFD12}"/>
              </a:ext>
            </a:extLst>
          </p:cNvPr>
          <p:cNvSpPr/>
          <p:nvPr/>
        </p:nvSpPr>
        <p:spPr>
          <a:xfrm>
            <a:off x="4395215" y="2252472"/>
            <a:ext cx="1456944" cy="722376"/>
          </a:xfrm>
          <a:prstGeom prst="can">
            <a:avLst>
              <a:gd name="adj" fmla="val 13615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CSDL trò chuyện và tương tác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3899F772-0CBC-E699-B579-32F74EB3BB74}"/>
              </a:ext>
            </a:extLst>
          </p:cNvPr>
          <p:cNvSpPr/>
          <p:nvPr/>
        </p:nvSpPr>
        <p:spPr>
          <a:xfrm>
            <a:off x="4395215" y="4482084"/>
            <a:ext cx="1952484" cy="6324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Bộ phân tích cú pháp và dữ liệu phản hồi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8204FD2E-58F6-6EA4-7B0A-E03496EDED60}"/>
              </a:ext>
            </a:extLst>
          </p:cNvPr>
          <p:cNvSpPr/>
          <p:nvPr/>
        </p:nvSpPr>
        <p:spPr>
          <a:xfrm>
            <a:off x="146304" y="3380232"/>
            <a:ext cx="1591056" cy="273710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Các chức năng người dùng tùy ý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***</a:t>
            </a:r>
          </a:p>
          <a:p>
            <a:r>
              <a:rPr lang="vi-VN" sz="1300" dirty="0">
                <a:solidFill>
                  <a:schemeClr val="tx1"/>
                </a:solidFill>
                <a:latin typeface="+mj-lt"/>
              </a:rPr>
              <a:t>- Đăng nhập/xuất</a:t>
            </a:r>
          </a:p>
          <a:p>
            <a:r>
              <a:rPr lang="vi-VN" sz="1300" dirty="0">
                <a:solidFill>
                  <a:schemeClr val="tx1"/>
                </a:solidFill>
                <a:latin typeface="+mj-lt"/>
              </a:rPr>
              <a:t>- Thay đổi LLM, các chỉ số…</a:t>
            </a:r>
          </a:p>
          <a:p>
            <a:r>
              <a:rPr lang="vi-VN" sz="1300" dirty="0">
                <a:solidFill>
                  <a:schemeClr val="tx1"/>
                </a:solidFill>
                <a:latin typeface="+mj-lt"/>
              </a:rPr>
              <a:t>- Xóa/tạo hội thoại</a:t>
            </a:r>
          </a:p>
          <a:p>
            <a:r>
              <a:rPr lang="vi-VN" sz="1300" dirty="0">
                <a:solidFill>
                  <a:schemeClr val="tx1"/>
                </a:solidFill>
                <a:latin typeface="+mj-lt"/>
              </a:rPr>
              <a:t>- Cài đặt giao diện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…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BD43CE7-DA56-A790-271E-5D66D054134E}"/>
              </a:ext>
            </a:extLst>
          </p:cNvPr>
          <p:cNvSpPr/>
          <p:nvPr/>
        </p:nvSpPr>
        <p:spPr>
          <a:xfrm>
            <a:off x="8388051" y="3412236"/>
            <a:ext cx="1511805" cy="6324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Thông tin ngữ cảnh trò chuyện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CB2024C0-8DF9-D283-83F9-B1C79C487FAC}"/>
              </a:ext>
            </a:extLst>
          </p:cNvPr>
          <p:cNvSpPr/>
          <p:nvPr/>
        </p:nvSpPr>
        <p:spPr>
          <a:xfrm>
            <a:off x="4395216" y="5484876"/>
            <a:ext cx="3409427" cy="6324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Xử lý sau phản hồi và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trích xuất thông tin</a:t>
            </a:r>
          </a:p>
        </p:txBody>
      </p:sp>
      <p:sp>
        <p:nvSpPr>
          <p:cNvPr id="67" name="Cube 66">
            <a:extLst>
              <a:ext uri="{FF2B5EF4-FFF2-40B4-BE49-F238E27FC236}">
                <a16:creationId xmlns:a16="http://schemas.microsoft.com/office/drawing/2014/main" id="{C1F2C232-53FA-4E1A-2D61-CF95F7E39DAF}"/>
              </a:ext>
            </a:extLst>
          </p:cNvPr>
          <p:cNvSpPr/>
          <p:nvPr/>
        </p:nvSpPr>
        <p:spPr>
          <a:xfrm>
            <a:off x="2298985" y="5484876"/>
            <a:ext cx="1524983" cy="632460"/>
          </a:xfrm>
          <a:prstGeom prst="cube">
            <a:avLst>
              <a:gd name="adj" fmla="val 1772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LLM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927588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DCA111-F1F4-4BD9-90EC-77B7AE201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519920" cy="684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683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Closed book outline">
            <a:extLst>
              <a:ext uri="{FF2B5EF4-FFF2-40B4-BE49-F238E27FC236}">
                <a16:creationId xmlns:a16="http://schemas.microsoft.com/office/drawing/2014/main" id="{8B5A347F-16B0-4C01-CDE5-3DA7EE07C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84960" y="1264920"/>
            <a:ext cx="1183640" cy="1183640"/>
          </a:xfrm>
          <a:prstGeom prst="rect">
            <a:avLst/>
          </a:prstGeom>
        </p:spPr>
      </p:pic>
      <p:pic>
        <p:nvPicPr>
          <p:cNvPr id="5" name="Graphic 4" descr="Closed book outline">
            <a:extLst>
              <a:ext uri="{FF2B5EF4-FFF2-40B4-BE49-F238E27FC236}">
                <a16:creationId xmlns:a16="http://schemas.microsoft.com/office/drawing/2014/main" id="{6579DF6F-E332-F978-F493-883C9FE29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82240" y="1264920"/>
            <a:ext cx="1183640" cy="1183640"/>
          </a:xfrm>
          <a:prstGeom prst="rect">
            <a:avLst/>
          </a:prstGeom>
        </p:spPr>
      </p:pic>
      <p:pic>
        <p:nvPicPr>
          <p:cNvPr id="6" name="Graphic 5" descr="Closed book outline">
            <a:extLst>
              <a:ext uri="{FF2B5EF4-FFF2-40B4-BE49-F238E27FC236}">
                <a16:creationId xmlns:a16="http://schemas.microsoft.com/office/drawing/2014/main" id="{48222A22-CE4D-1805-0AF0-BA5306965C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82240" y="2585720"/>
            <a:ext cx="1183640" cy="1183640"/>
          </a:xfrm>
          <a:prstGeom prst="rect">
            <a:avLst/>
          </a:prstGeom>
        </p:spPr>
      </p:pic>
      <p:pic>
        <p:nvPicPr>
          <p:cNvPr id="7" name="Graphic 6" descr="Closed book outline">
            <a:extLst>
              <a:ext uri="{FF2B5EF4-FFF2-40B4-BE49-F238E27FC236}">
                <a16:creationId xmlns:a16="http://schemas.microsoft.com/office/drawing/2014/main" id="{FD26C7B4-1F6C-12C6-A88D-C0236AEF84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79880" y="2585720"/>
            <a:ext cx="1183640" cy="11836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4D18BFF-8B72-771A-E213-EA8C5BFAC8E7}"/>
              </a:ext>
            </a:extLst>
          </p:cNvPr>
          <p:cNvSpPr txBox="1"/>
          <p:nvPr/>
        </p:nvSpPr>
        <p:spPr>
          <a:xfrm>
            <a:off x="1691423" y="895588"/>
            <a:ext cx="198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SGK </a:t>
            </a:r>
            <a:r>
              <a:rPr lang="vi-VN" dirty="0"/>
              <a:t>LỊCH SỬ VN</a:t>
            </a:r>
            <a:endParaRPr lang="en-US" dirty="0"/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F43CF5DF-12CB-D8BF-AFF4-5BED1806DF8F}"/>
              </a:ext>
            </a:extLst>
          </p:cNvPr>
          <p:cNvSpPr/>
          <p:nvPr/>
        </p:nvSpPr>
        <p:spPr>
          <a:xfrm>
            <a:off x="5902960" y="1856740"/>
            <a:ext cx="1899920" cy="1572260"/>
          </a:xfrm>
          <a:prstGeom prst="can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F27885-9A35-F250-7D10-D3DD61E5B54C}"/>
              </a:ext>
            </a:extLst>
          </p:cNvPr>
          <p:cNvSpPr txBox="1"/>
          <p:nvPr/>
        </p:nvSpPr>
        <p:spPr>
          <a:xfrm>
            <a:off x="5552692" y="1258824"/>
            <a:ext cx="2600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/>
              <a:t>DATASET LỊCH SỬ VN</a:t>
            </a:r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FDB0EF4-F1D1-8586-C253-0557B4AF13E0}"/>
              </a:ext>
            </a:extLst>
          </p:cNvPr>
          <p:cNvCxnSpPr/>
          <p:nvPr/>
        </p:nvCxnSpPr>
        <p:spPr>
          <a:xfrm>
            <a:off x="4206240" y="2585720"/>
            <a:ext cx="14813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8BF2CDB-C40A-C74D-69A1-2BF46F00B375}"/>
              </a:ext>
            </a:extLst>
          </p:cNvPr>
          <p:cNvSpPr txBox="1"/>
          <p:nvPr/>
        </p:nvSpPr>
        <p:spPr>
          <a:xfrm>
            <a:off x="3924390" y="2057892"/>
            <a:ext cx="1864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dirty="0"/>
              <a:t>Thu thập dữ liệu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58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497829-D8FF-F2E4-0A7A-09423295FBEA}"/>
              </a:ext>
            </a:extLst>
          </p:cNvPr>
          <p:cNvSpPr txBox="1"/>
          <p:nvPr/>
        </p:nvSpPr>
        <p:spPr>
          <a:xfrm>
            <a:off x="591671" y="605118"/>
            <a:ext cx="3809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tả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thu</a:t>
            </a:r>
            <a:r>
              <a:rPr lang="en-US" dirty="0"/>
              <a:t> </a:t>
            </a:r>
            <a:r>
              <a:rPr lang="en-US" dirty="0" err="1"/>
              <a:t>thập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</p:txBody>
      </p:sp>
      <p:pic>
        <p:nvPicPr>
          <p:cNvPr id="5" name="Picture 4" descr="SA stack of books with a bookmark">
            <a:extLst>
              <a:ext uri="{FF2B5EF4-FFF2-40B4-BE49-F238E27FC236}">
                <a16:creationId xmlns:a16="http://schemas.microsoft.com/office/drawing/2014/main" id="{6E3F6604-BA07-4786-C6BC-5C1375AD78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3839" y="3074508"/>
            <a:ext cx="2346888" cy="22342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E64CA9-55C8-1D4D-D10E-4CC1A663CD46}"/>
              </a:ext>
            </a:extLst>
          </p:cNvPr>
          <p:cNvSpPr txBox="1"/>
          <p:nvPr/>
        </p:nvSpPr>
        <p:spPr>
          <a:xfrm>
            <a:off x="2412013" y="2435597"/>
            <a:ext cx="1717008" cy="7867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giáo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khoa</a:t>
            </a:r>
          </a:p>
          <a:p>
            <a:pPr algn="ctr">
              <a:lnSpc>
                <a:spcPct val="150000"/>
              </a:lnSpc>
            </a:pP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Việt Nam</a:t>
            </a:r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332FD407-45B1-8B63-03C2-2931E3555CE3}"/>
              </a:ext>
            </a:extLst>
          </p:cNvPr>
          <p:cNvSpPr/>
          <p:nvPr/>
        </p:nvSpPr>
        <p:spPr>
          <a:xfrm>
            <a:off x="8005949" y="2779708"/>
            <a:ext cx="2346887" cy="2823882"/>
          </a:xfrm>
          <a:prstGeom prst="can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Kho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Việt Nam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CE4B27-B07C-3A57-4391-61D5579D75BC}"/>
              </a:ext>
            </a:extLst>
          </p:cNvPr>
          <p:cNvCxnSpPr>
            <a:cxnSpLocks/>
            <a:stCxn id="5" idx="3"/>
            <a:endCxn id="7" idx="2"/>
          </p:cNvCxnSpPr>
          <p:nvPr/>
        </p:nvCxnSpPr>
        <p:spPr>
          <a:xfrm>
            <a:off x="4400727" y="4191649"/>
            <a:ext cx="36052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8B193BF-D9F4-2D52-CF09-9F83F9F743EB}"/>
              </a:ext>
            </a:extLst>
          </p:cNvPr>
          <p:cNvSpPr txBox="1"/>
          <p:nvPr/>
        </p:nvSpPr>
        <p:spPr>
          <a:xfrm>
            <a:off x="5450472" y="3696149"/>
            <a:ext cx="1545616" cy="417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Thu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thập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673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074387C-7151-E493-401D-5410235D8517}"/>
              </a:ext>
            </a:extLst>
          </p:cNvPr>
          <p:cNvSpPr txBox="1"/>
          <p:nvPr/>
        </p:nvSpPr>
        <p:spPr>
          <a:xfrm>
            <a:off x="203200" y="348343"/>
            <a:ext cx="3852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tả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tiền</a:t>
            </a:r>
            <a:r>
              <a:rPr lang="en-US" dirty="0"/>
              <a:t>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FA213825-21FB-D393-25C1-EDD9B72EC561}"/>
              </a:ext>
            </a:extLst>
          </p:cNvPr>
          <p:cNvSpPr/>
          <p:nvPr/>
        </p:nvSpPr>
        <p:spPr>
          <a:xfrm>
            <a:off x="1727197" y="1178895"/>
            <a:ext cx="3077029" cy="1146628"/>
          </a:xfrm>
          <a:prstGeom prst="can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Việt Nam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66BEAD6-C222-7228-EB97-818F29BBF5A4}"/>
              </a:ext>
            </a:extLst>
          </p:cNvPr>
          <p:cNvSpPr/>
          <p:nvPr/>
        </p:nvSpPr>
        <p:spPr>
          <a:xfrm>
            <a:off x="1727196" y="3182257"/>
            <a:ext cx="3077029" cy="49348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Loại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bỏ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trùng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D5B7AA2-9D05-9670-3CD5-4C61D3BCBB2B}"/>
              </a:ext>
            </a:extLst>
          </p:cNvPr>
          <p:cNvSpPr/>
          <p:nvPr/>
        </p:nvSpPr>
        <p:spPr>
          <a:xfrm>
            <a:off x="1727195" y="4532477"/>
            <a:ext cx="3077029" cy="49348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dạng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C3E0BC4-0FAF-8C46-689D-0849E5990CAF}"/>
              </a:ext>
            </a:extLst>
          </p:cNvPr>
          <p:cNvSpPr/>
          <p:nvPr/>
        </p:nvSpPr>
        <p:spPr>
          <a:xfrm>
            <a:off x="6096000" y="1959428"/>
            <a:ext cx="3077029" cy="49348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Thống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kê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1E55AF0-BC6B-A76D-D104-35360C50726C}"/>
              </a:ext>
            </a:extLst>
          </p:cNvPr>
          <p:cNvSpPr/>
          <p:nvPr/>
        </p:nvSpPr>
        <p:spPr>
          <a:xfrm>
            <a:off x="6095999" y="3429000"/>
            <a:ext cx="3077029" cy="49348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đoạn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1F94BD18-380C-ED8C-E224-998E4ADE3417}"/>
              </a:ext>
            </a:extLst>
          </p:cNvPr>
          <p:cNvSpPr/>
          <p:nvPr/>
        </p:nvSpPr>
        <p:spPr>
          <a:xfrm>
            <a:off x="6095999" y="4898572"/>
            <a:ext cx="3077029" cy="1146628"/>
          </a:xfrm>
          <a:prstGeom prst="can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729E3A-7C20-7C54-406E-B3A88C00CD88}"/>
              </a:ext>
            </a:extLst>
          </p:cNvPr>
          <p:cNvCxnSpPr>
            <a:stCxn id="4" idx="3"/>
            <a:endCxn id="5" idx="0"/>
          </p:cNvCxnSpPr>
          <p:nvPr/>
        </p:nvCxnSpPr>
        <p:spPr>
          <a:xfrm flipH="1">
            <a:off x="3265711" y="2325523"/>
            <a:ext cx="1" cy="8567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D8FACA-E638-D9B7-BD93-6CA2533B974E}"/>
              </a:ext>
            </a:extLst>
          </p:cNvPr>
          <p:cNvCxnSpPr/>
          <p:nvPr/>
        </p:nvCxnSpPr>
        <p:spPr>
          <a:xfrm flipH="1">
            <a:off x="3265708" y="3675743"/>
            <a:ext cx="1" cy="8567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E060477-1CCF-6479-36F5-35D4304BC48D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7634514" y="2452914"/>
            <a:ext cx="1" cy="9760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CF5B3E-3D13-3D5F-E1B4-0509537BCD62}"/>
              </a:ext>
            </a:extLst>
          </p:cNvPr>
          <p:cNvCxnSpPr>
            <a:cxnSpLocks/>
            <a:stCxn id="8" idx="2"/>
            <a:endCxn id="11" idx="1"/>
          </p:cNvCxnSpPr>
          <p:nvPr/>
        </p:nvCxnSpPr>
        <p:spPr>
          <a:xfrm>
            <a:off x="7634514" y="3922486"/>
            <a:ext cx="0" cy="9760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964F5165-9267-B007-0868-3EB17AFC93D1}"/>
              </a:ext>
            </a:extLst>
          </p:cNvPr>
          <p:cNvCxnSpPr>
            <a:stCxn id="6" idx="3"/>
            <a:endCxn id="7" idx="1"/>
          </p:cNvCxnSpPr>
          <p:nvPr/>
        </p:nvCxnSpPr>
        <p:spPr>
          <a:xfrm flipV="1">
            <a:off x="4804224" y="2206171"/>
            <a:ext cx="1291776" cy="257304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D303870-B68F-0187-206C-9F78F33C4E0F}"/>
              </a:ext>
            </a:extLst>
          </p:cNvPr>
          <p:cNvSpPr/>
          <p:nvPr/>
        </p:nvSpPr>
        <p:spPr>
          <a:xfrm>
            <a:off x="1248229" y="952500"/>
            <a:ext cx="8316685" cy="5557157"/>
          </a:xfrm>
          <a:prstGeom prst="roundRect">
            <a:avLst/>
          </a:prstGeom>
          <a:noFill/>
          <a:ln>
            <a:solidFill>
              <a:srgbClr val="FFC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60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C3B24D-E97B-2982-21AB-8F7CB06C7A45}"/>
              </a:ext>
            </a:extLst>
          </p:cNvPr>
          <p:cNvSpPr txBox="1"/>
          <p:nvPr/>
        </p:nvSpPr>
        <p:spPr>
          <a:xfrm>
            <a:off x="282388" y="349624"/>
            <a:ext cx="5611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Minh </a:t>
            </a:r>
            <a:r>
              <a:rPr lang="en-US" dirty="0" err="1"/>
              <a:t>họa</a:t>
            </a:r>
            <a:r>
              <a:rPr lang="en-US" dirty="0"/>
              <a:t> </a:t>
            </a:r>
            <a:r>
              <a:rPr lang="en-US" dirty="0" err="1"/>
              <a:t>tại</a:t>
            </a:r>
            <a:r>
              <a:rPr lang="en-US" dirty="0"/>
              <a:t> </a:t>
            </a:r>
            <a:r>
              <a:rPr lang="en-US" dirty="0" err="1"/>
              <a:t>sao</a:t>
            </a:r>
            <a:r>
              <a:rPr lang="en-US" dirty="0"/>
              <a:t> </a:t>
            </a:r>
            <a:r>
              <a:rPr lang="en-US" dirty="0" err="1"/>
              <a:t>phải</a:t>
            </a:r>
            <a:r>
              <a:rPr lang="en-US" dirty="0"/>
              <a:t>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embedding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EFD720A1-B5A9-025E-F0E1-35974EF4CB3C}"/>
              </a:ext>
            </a:extLst>
          </p:cNvPr>
          <p:cNvSpPr/>
          <p:nvPr/>
        </p:nvSpPr>
        <p:spPr>
          <a:xfrm>
            <a:off x="282388" y="3507485"/>
            <a:ext cx="2918012" cy="1405419"/>
          </a:xfrm>
          <a:prstGeom prst="ca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554426-02F7-6201-3382-1D1AE96B3CE9}"/>
              </a:ext>
            </a:extLst>
          </p:cNvPr>
          <p:cNvSpPr/>
          <p:nvPr/>
        </p:nvSpPr>
        <p:spPr>
          <a:xfrm>
            <a:off x="4199664" y="2161516"/>
            <a:ext cx="3106270" cy="5647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077656-6A4D-58F0-8A7A-9FBD56E062FD}"/>
              </a:ext>
            </a:extLst>
          </p:cNvPr>
          <p:cNvSpPr/>
          <p:nvPr/>
        </p:nvSpPr>
        <p:spPr>
          <a:xfrm>
            <a:off x="4199664" y="2864225"/>
            <a:ext cx="3106270" cy="5647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119826-8CDE-7B01-CE12-92B08DA695BA}"/>
              </a:ext>
            </a:extLst>
          </p:cNvPr>
          <p:cNvSpPr/>
          <p:nvPr/>
        </p:nvSpPr>
        <p:spPr>
          <a:xfrm>
            <a:off x="4199664" y="3566934"/>
            <a:ext cx="3106270" cy="5647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09198A-0DC1-1DD7-2B6F-2F4D3465A857}"/>
              </a:ext>
            </a:extLst>
          </p:cNvPr>
          <p:cNvSpPr/>
          <p:nvPr/>
        </p:nvSpPr>
        <p:spPr>
          <a:xfrm>
            <a:off x="4199664" y="4269643"/>
            <a:ext cx="3106270" cy="5647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2C132B-786B-4BBA-58ED-644F7C300F16}"/>
              </a:ext>
            </a:extLst>
          </p:cNvPr>
          <p:cNvSpPr/>
          <p:nvPr/>
        </p:nvSpPr>
        <p:spPr>
          <a:xfrm>
            <a:off x="8628642" y="1810160"/>
            <a:ext cx="3106270" cy="126748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2AFE56-144B-3D67-0AA6-792A70207318}"/>
              </a:ext>
            </a:extLst>
          </p:cNvPr>
          <p:cNvSpPr/>
          <p:nvPr/>
        </p:nvSpPr>
        <p:spPr>
          <a:xfrm>
            <a:off x="8628642" y="3849321"/>
            <a:ext cx="3106270" cy="5647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D85151E-3E44-E803-2997-4A581D50A246}"/>
              </a:ext>
            </a:extLst>
          </p:cNvPr>
          <p:cNvCxnSpPr>
            <a:cxnSpLocks/>
            <a:stCxn id="3" idx="4"/>
            <a:endCxn id="7" idx="1"/>
          </p:cNvCxnSpPr>
          <p:nvPr/>
        </p:nvCxnSpPr>
        <p:spPr>
          <a:xfrm>
            <a:off x="3200400" y="4210195"/>
            <a:ext cx="999264" cy="3418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B416591-AA92-CD3B-CB62-161FE2288E92}"/>
              </a:ext>
            </a:extLst>
          </p:cNvPr>
          <p:cNvCxnSpPr>
            <a:cxnSpLocks/>
            <a:stCxn id="3" idx="4"/>
            <a:endCxn id="6" idx="1"/>
          </p:cNvCxnSpPr>
          <p:nvPr/>
        </p:nvCxnSpPr>
        <p:spPr>
          <a:xfrm flipV="1">
            <a:off x="3200400" y="3849322"/>
            <a:ext cx="999264" cy="360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A66796E-470B-F597-8EB2-BA2BC0D79DFB}"/>
              </a:ext>
            </a:extLst>
          </p:cNvPr>
          <p:cNvCxnSpPr>
            <a:cxnSpLocks/>
            <a:stCxn id="3" idx="4"/>
            <a:endCxn id="5" idx="1"/>
          </p:cNvCxnSpPr>
          <p:nvPr/>
        </p:nvCxnSpPr>
        <p:spPr>
          <a:xfrm flipV="1">
            <a:off x="3200400" y="3146613"/>
            <a:ext cx="999264" cy="10635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82234F0-BED0-EFF6-A032-BC295D83E412}"/>
              </a:ext>
            </a:extLst>
          </p:cNvPr>
          <p:cNvCxnSpPr>
            <a:cxnSpLocks/>
            <a:stCxn id="3" idx="4"/>
            <a:endCxn id="4" idx="1"/>
          </p:cNvCxnSpPr>
          <p:nvPr/>
        </p:nvCxnSpPr>
        <p:spPr>
          <a:xfrm flipV="1">
            <a:off x="3200400" y="2443904"/>
            <a:ext cx="999264" cy="1766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3CD101D-6DFE-141C-1EA5-3FA099A1402B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 flipV="1">
            <a:off x="7305934" y="2443903"/>
            <a:ext cx="1322708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BD9F433-E4E8-0D2A-74D6-95D14C182EBD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7305934" y="2443903"/>
            <a:ext cx="1322708" cy="70271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7DA4822-67CF-5A59-146F-E542C24B229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305934" y="2443903"/>
            <a:ext cx="1322708" cy="14054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DE7D1EE-109E-83EC-0BD9-4020CD37FC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305934" y="2443903"/>
            <a:ext cx="1322708" cy="21081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49B7D38-4D52-C275-261C-25F35EDADFA9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0181777" y="3077645"/>
            <a:ext cx="0" cy="771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3551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</TotalTime>
  <Words>357</Words>
  <Application>Microsoft Office PowerPoint</Application>
  <PresentationFormat>Widescreen</PresentationFormat>
  <Paragraphs>86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Úc Ngô Văn</dc:creator>
  <cp:lastModifiedBy>Úc Ngô Văn</cp:lastModifiedBy>
  <cp:revision>201</cp:revision>
  <dcterms:created xsi:type="dcterms:W3CDTF">2025-05-23T12:28:00Z</dcterms:created>
  <dcterms:modified xsi:type="dcterms:W3CDTF">2025-05-25T18:25:33Z</dcterms:modified>
</cp:coreProperties>
</file>