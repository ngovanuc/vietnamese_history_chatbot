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1" r:id="rId3"/>
    <p:sldId id="262" r:id="rId4"/>
    <p:sldId id="256" r:id="rId5"/>
    <p:sldId id="258" r:id="rId6"/>
    <p:sldId id="259" r:id="rId7"/>
    <p:sldId id="260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38912-86F2-F9F0-00D3-990E0B7544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A113A2-A0A7-B188-7501-24DAD1C706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D9CCA3-C8F8-59A8-896E-8F81F45B4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C921C3-8091-F0A5-217C-2B4CF793B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F98E6-AC1B-C042-A86D-2CDA93F45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67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9EA97-63A1-E6EE-C033-79107652C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C918F-1E53-773B-915C-EB50A950C4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864DD9-9B7B-ED0F-5AD1-F1E240F21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7AC0C4-0AFA-30E5-3867-A6C30370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D7F20-4B6C-A796-DE93-D3498ED31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348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FB530-8D97-C682-200C-B82389A6F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AE48CB-E3D0-3F6B-51AA-695B78778A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87A2CF-8223-607E-FAD4-0FE7F4EA7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CF7E-EDFD-63DD-DF7C-06918EE55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F41494-1C6C-8D6D-0D1B-AB72B96E8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534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67DBE-5C24-BAEE-2510-7FB8F218A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1556E-BBCB-C168-E051-5560F81BE7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C091E1-59D0-9DA3-D74D-C3F3779A4A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D3CC07-69A7-5A64-5D70-F8A70B0E9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D9205C-D24C-55AE-18CF-6ED3F97B0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33A4F-B594-ACB3-453B-D3E23FF96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82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7D283-E85A-3282-15DF-247A7B262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7CA19-187C-A5E8-BC3E-BD997BE906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189F4C-C304-0EFD-967B-DFC7771743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A8BE78-3FF5-F381-601A-DFC0C216D4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7A8C23-94E5-BBCF-66F0-1AC1341CD8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FD67A2-BA88-1C47-A4F1-55CFC8A4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A7164F-3659-A8D8-23A1-FDF683515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A2B98E-C056-4234-E54B-F2681D608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736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ADD8A-9D6B-CBFD-B738-09658CF18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7BA658-0076-E468-FB6F-4C30276B2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F30A00-A54D-BEE2-C528-E15E28E7C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9A0B25-13F9-8AF6-2E65-226AE92E2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891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CF404E-8DA5-F200-9821-22186054F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5AEEC9-BF2E-B4E6-BF97-C1EE6E718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CBD3E-C3AA-4936-1142-7A0FC5FD8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871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36A5B-3398-8830-9034-521E5C1D4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41C90-ACFC-9213-D50D-5AEC486791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C36A73-460C-5C7D-E7FB-15E18CDE6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B1F0BE-1658-A687-E90E-C7B5376DB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501CCF-DE5B-8907-3CDF-9DFD543D4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A6A6F0-9D3B-F27F-A230-1BCF404AA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1871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EE088-D236-5AA4-2D05-C930E96FB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37473F-786D-679D-F2EA-5A34B7B879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8F35B4-1A19-9F01-C805-BDAF2AB2B9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DE30A4-387B-BFBD-38E0-B80918BA7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D3D2BE-6D80-AFFA-4784-4ECB16A56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A9A9E8-E1BE-6D64-55F5-126A1C8F5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113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69B8B-7540-5544-DD63-0551D902F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229DB5-807D-FEC5-B64E-38B3DCC929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571F61-FE4D-68AB-8083-EBFD3DA0F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719EE-31E7-4A27-E40C-ABAB6C226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20F318-AD70-3876-F866-F1A194989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827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368D4C2-7177-75A2-B78A-BB0DB552B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64754C-76DD-7D90-5C63-BFF663E46F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D2A031-C4DC-4E2B-31FF-07ABB1577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99EF5-1F09-E28D-CF5A-20D9DD643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55D9F2-C84E-E8E4-6B4C-69A45C007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533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3709FE-8CA2-1CDF-E3A4-62253527A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A3EAC-A920-E5C2-E1FB-AF2B580BF1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BD1692-CBA2-55EE-6F3E-2107F2BB79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4BF1E-CB95-4284-9B4D-720351FD5384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9659BD-E0A4-2DDC-2EE2-DDF5077B38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86862B-1C71-34CC-AC63-A8F8BD93D6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957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848F27-9E02-524C-BD0D-8267EB4471BA}"/>
              </a:ext>
            </a:extLst>
          </p:cNvPr>
          <p:cNvSpPr txBox="1"/>
          <p:nvPr/>
        </p:nvSpPr>
        <p:spPr>
          <a:xfrm>
            <a:off x="470647" y="349624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Sơ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pp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xuất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C53F684-CADB-23ED-A84A-15C9C0DCBACB}"/>
              </a:ext>
            </a:extLst>
          </p:cNvPr>
          <p:cNvSpPr/>
          <p:nvPr/>
        </p:nvSpPr>
        <p:spPr>
          <a:xfrm>
            <a:off x="9784977" y="367656"/>
            <a:ext cx="1936376" cy="621928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tokenization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3506012-F42C-6E7E-895E-7031032EF19C}"/>
              </a:ext>
            </a:extLst>
          </p:cNvPr>
          <p:cNvSpPr/>
          <p:nvPr/>
        </p:nvSpPr>
        <p:spPr>
          <a:xfrm>
            <a:off x="9784977" y="2019306"/>
            <a:ext cx="1936376" cy="621928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embedding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3C3D5F3-8156-2DF9-F403-84583266D6BC}"/>
              </a:ext>
            </a:extLst>
          </p:cNvPr>
          <p:cNvSpPr/>
          <p:nvPr/>
        </p:nvSpPr>
        <p:spPr>
          <a:xfrm>
            <a:off x="9784977" y="3255786"/>
            <a:ext cx="1936376" cy="616890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đa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đoạn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37418CE-22B3-0FFE-480A-E08203B38E07}"/>
              </a:ext>
            </a:extLst>
          </p:cNvPr>
          <p:cNvSpPr/>
          <p:nvPr/>
        </p:nvSpPr>
        <p:spPr>
          <a:xfrm>
            <a:off x="7464335" y="2640064"/>
            <a:ext cx="1498507" cy="616890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Embedding</a:t>
            </a:r>
          </a:p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37A3E2C-DFA4-FB1B-DC0F-8D8321EE7010}"/>
              </a:ext>
            </a:extLst>
          </p:cNvPr>
          <p:cNvSpPr/>
          <p:nvPr/>
        </p:nvSpPr>
        <p:spPr>
          <a:xfrm>
            <a:off x="7454899" y="4174870"/>
            <a:ext cx="1498507" cy="616890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tại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kho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41B3820-D328-1DBF-5AB7-5083902FA8A9}"/>
              </a:ext>
            </a:extLst>
          </p:cNvPr>
          <p:cNvSpPr/>
          <p:nvPr/>
        </p:nvSpPr>
        <p:spPr>
          <a:xfrm>
            <a:off x="5149895" y="367656"/>
            <a:ext cx="1498507" cy="621928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Thu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thập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D18D024-5D31-4437-63AE-A5A67B3A6911}"/>
              </a:ext>
            </a:extLst>
          </p:cNvPr>
          <p:cNvSpPr/>
          <p:nvPr/>
        </p:nvSpPr>
        <p:spPr>
          <a:xfrm>
            <a:off x="7454900" y="367656"/>
            <a:ext cx="1498507" cy="621928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Tiền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52DB736-6BD0-1C67-28DD-FB77776B0682}"/>
              </a:ext>
            </a:extLst>
          </p:cNvPr>
          <p:cNvSpPr/>
          <p:nvPr/>
        </p:nvSpPr>
        <p:spPr>
          <a:xfrm>
            <a:off x="2844893" y="2633858"/>
            <a:ext cx="1498507" cy="621928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input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19A16DE-F0BE-959B-53BC-AAE01335888B}"/>
              </a:ext>
            </a:extLst>
          </p:cNvPr>
          <p:cNvSpPr/>
          <p:nvPr/>
        </p:nvSpPr>
        <p:spPr>
          <a:xfrm>
            <a:off x="5149897" y="2633858"/>
            <a:ext cx="1498507" cy="621928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Trích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xuất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đặc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CB58F84-B77C-D569-875E-B8B585695C81}"/>
              </a:ext>
            </a:extLst>
          </p:cNvPr>
          <p:cNvSpPr/>
          <p:nvPr/>
        </p:nvSpPr>
        <p:spPr>
          <a:xfrm>
            <a:off x="5149895" y="4169832"/>
            <a:ext cx="1498507" cy="621928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Tạo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prompt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6740C20-BE2F-0BC6-8CFC-DC1687CE15CB}"/>
              </a:ext>
            </a:extLst>
          </p:cNvPr>
          <p:cNvSpPr/>
          <p:nvPr/>
        </p:nvSpPr>
        <p:spPr>
          <a:xfrm>
            <a:off x="2902134" y="4169832"/>
            <a:ext cx="1498507" cy="621928"/>
          </a:xfrm>
          <a:prstGeom prst="roundRect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output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9" name="Picture 18" descr="A black and white image of a person's face&#10;&#10;AI-generated content may be incorrect.">
            <a:extLst>
              <a:ext uri="{FF2B5EF4-FFF2-40B4-BE49-F238E27FC236}">
                <a16:creationId xmlns:a16="http://schemas.microsoft.com/office/drawing/2014/main" id="{ED3099EC-BF71-2F7C-0E8A-8E4EE34B83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094" y="3255786"/>
            <a:ext cx="880070" cy="107045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AC8D24A-9E04-FE66-66BA-F7DB58BD5EE5}"/>
              </a:ext>
            </a:extLst>
          </p:cNvPr>
          <p:cNvSpPr txBox="1"/>
          <p:nvPr/>
        </p:nvSpPr>
        <p:spPr>
          <a:xfrm>
            <a:off x="864985" y="4329427"/>
            <a:ext cx="10502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Người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540EEEB-B16F-FE39-4D99-F7688954752C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648402" y="678620"/>
            <a:ext cx="80649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DAC721A-7FAE-13A6-ADA2-EC6C09DFBA29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>
            <a:off x="8953407" y="678620"/>
            <a:ext cx="83157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D77A04B-5592-2B8C-A78C-312A0FDF43A9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10753165" y="989584"/>
            <a:ext cx="0" cy="10297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D3CEF1D-DFD6-410F-D390-26139C8200DC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4343400" y="2944822"/>
            <a:ext cx="80649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6CCCEBF-3E22-E2F3-B5FC-C13FD2E25741}"/>
              </a:ext>
            </a:extLst>
          </p:cNvPr>
          <p:cNvCxnSpPr>
            <a:cxnSpLocks/>
            <a:stCxn id="13" idx="3"/>
            <a:endCxn id="8" idx="1"/>
          </p:cNvCxnSpPr>
          <p:nvPr/>
        </p:nvCxnSpPr>
        <p:spPr>
          <a:xfrm>
            <a:off x="6648404" y="2944822"/>
            <a:ext cx="815931" cy="36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59E49E9-D19E-5261-6F6B-48AE1E3C1621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8204153" y="3256954"/>
            <a:ext cx="9436" cy="9179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A5F7461-7158-3B80-2981-8640253A2E49}"/>
              </a:ext>
            </a:extLst>
          </p:cNvPr>
          <p:cNvCxnSpPr>
            <a:cxnSpLocks/>
            <a:stCxn id="9" idx="1"/>
            <a:endCxn id="14" idx="3"/>
          </p:cNvCxnSpPr>
          <p:nvPr/>
        </p:nvCxnSpPr>
        <p:spPr>
          <a:xfrm flipH="1" flipV="1">
            <a:off x="6648402" y="4480796"/>
            <a:ext cx="806497" cy="25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7CBFF66-D44A-FB0C-3A64-70EA6710D10A}"/>
              </a:ext>
            </a:extLst>
          </p:cNvPr>
          <p:cNvCxnSpPr>
            <a:cxnSpLocks/>
            <a:stCxn id="14" idx="1"/>
            <a:endCxn id="15" idx="3"/>
          </p:cNvCxnSpPr>
          <p:nvPr/>
        </p:nvCxnSpPr>
        <p:spPr>
          <a:xfrm flipH="1">
            <a:off x="4400641" y="4480796"/>
            <a:ext cx="7492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EAEDB875-6672-0F9F-D61A-73998C0B19C6}"/>
              </a:ext>
            </a:extLst>
          </p:cNvPr>
          <p:cNvCxnSpPr>
            <a:cxnSpLocks/>
            <a:stCxn id="6" idx="1"/>
          </p:cNvCxnSpPr>
          <p:nvPr/>
        </p:nvCxnSpPr>
        <p:spPr>
          <a:xfrm rot="10800000" flipV="1">
            <a:off x="8962845" y="2330269"/>
            <a:ext cx="822133" cy="47960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34539EFC-02BA-0D39-57DB-FA9856F81247}"/>
              </a:ext>
            </a:extLst>
          </p:cNvPr>
          <p:cNvCxnSpPr>
            <a:cxnSpLocks/>
            <a:stCxn id="7" idx="1"/>
          </p:cNvCxnSpPr>
          <p:nvPr/>
        </p:nvCxnSpPr>
        <p:spPr>
          <a:xfrm rot="10800000">
            <a:off x="8930891" y="3120839"/>
            <a:ext cx="854086" cy="443393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2D68A04-C40C-5521-B43D-2536923C4C4B}"/>
              </a:ext>
            </a:extLst>
          </p:cNvPr>
          <p:cNvCxnSpPr>
            <a:stCxn id="5" idx="3"/>
            <a:endCxn id="7" idx="3"/>
          </p:cNvCxnSpPr>
          <p:nvPr/>
        </p:nvCxnSpPr>
        <p:spPr>
          <a:xfrm>
            <a:off x="11721353" y="678620"/>
            <a:ext cx="12700" cy="2885611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00B0408E-4F5B-EEB7-E3D8-BC3E7E52118F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1858784" y="2944822"/>
            <a:ext cx="986109" cy="5384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AF0B6387-7EE6-AD17-DAA2-E24F1D6FCD7F}"/>
              </a:ext>
            </a:extLst>
          </p:cNvPr>
          <p:cNvCxnSpPr>
            <a:cxnSpLocks/>
            <a:stCxn id="15" idx="1"/>
          </p:cNvCxnSpPr>
          <p:nvPr/>
        </p:nvCxnSpPr>
        <p:spPr>
          <a:xfrm flipH="1" flipV="1">
            <a:off x="1830164" y="4101977"/>
            <a:ext cx="1071970" cy="3788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1D0D6C68-7A66-C523-29CD-9E57B59C6F66}"/>
              </a:ext>
            </a:extLst>
          </p:cNvPr>
          <p:cNvCxnSpPr>
            <a:cxnSpLocks/>
          </p:cNvCxnSpPr>
          <p:nvPr/>
        </p:nvCxnSpPr>
        <p:spPr>
          <a:xfrm flipH="1">
            <a:off x="4945319" y="149225"/>
            <a:ext cx="4506" cy="1049814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58E2D5B7-E5C3-505B-F292-F270573CA103}"/>
              </a:ext>
            </a:extLst>
          </p:cNvPr>
          <p:cNvCxnSpPr>
            <a:cxnSpLocks/>
          </p:cNvCxnSpPr>
          <p:nvPr/>
        </p:nvCxnSpPr>
        <p:spPr>
          <a:xfrm>
            <a:off x="4945319" y="149225"/>
            <a:ext cx="7155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AD7EC239-0F29-0588-BFF3-332A467F769B}"/>
              </a:ext>
            </a:extLst>
          </p:cNvPr>
          <p:cNvCxnSpPr>
            <a:cxnSpLocks/>
          </p:cNvCxnSpPr>
          <p:nvPr/>
        </p:nvCxnSpPr>
        <p:spPr>
          <a:xfrm>
            <a:off x="4945319" y="1199039"/>
            <a:ext cx="227082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EF6FD7B7-5B67-07EE-376B-BEBEA53B3C30}"/>
              </a:ext>
            </a:extLst>
          </p:cNvPr>
          <p:cNvCxnSpPr>
            <a:cxnSpLocks/>
          </p:cNvCxnSpPr>
          <p:nvPr/>
        </p:nvCxnSpPr>
        <p:spPr>
          <a:xfrm>
            <a:off x="7216140" y="1199039"/>
            <a:ext cx="0" cy="3776821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DE97D5BB-3614-DCBE-B045-5CB2E1172E70}"/>
              </a:ext>
            </a:extLst>
          </p:cNvPr>
          <p:cNvCxnSpPr>
            <a:cxnSpLocks/>
          </p:cNvCxnSpPr>
          <p:nvPr/>
        </p:nvCxnSpPr>
        <p:spPr>
          <a:xfrm>
            <a:off x="12100560" y="149225"/>
            <a:ext cx="0" cy="4826635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BD8321B7-48F4-885D-3F78-68C7ABFE6C44}"/>
              </a:ext>
            </a:extLst>
          </p:cNvPr>
          <p:cNvCxnSpPr>
            <a:cxnSpLocks/>
          </p:cNvCxnSpPr>
          <p:nvPr/>
        </p:nvCxnSpPr>
        <p:spPr>
          <a:xfrm>
            <a:off x="7216140" y="4975860"/>
            <a:ext cx="4884420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47254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C0B364E-9D90-64CF-EE9A-A0106BA27474}"/>
              </a:ext>
            </a:extLst>
          </p:cNvPr>
          <p:cNvSpPr/>
          <p:nvPr/>
        </p:nvSpPr>
        <p:spPr>
          <a:xfrm>
            <a:off x="146304" y="187452"/>
            <a:ext cx="1591056" cy="53035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Thu thập dữ liệu</a:t>
            </a: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(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Collecting</a:t>
            </a:r>
            <a:r>
              <a:rPr lang="vi-VN" sz="1300" dirty="0">
                <a:solidFill>
                  <a:schemeClr val="tx1"/>
                </a:solidFill>
                <a:latin typeface="+mj-lt"/>
              </a:rPr>
              <a:t> 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data</a:t>
            </a:r>
            <a:r>
              <a:rPr lang="vi-VN" sz="1300" dirty="0">
                <a:solidFill>
                  <a:schemeClr val="tx1"/>
                </a:solidFill>
                <a:latin typeface="+mj-lt"/>
              </a:rPr>
              <a:t>)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9149CF4-2B03-7E86-92B8-78C2E8CCD61F}"/>
              </a:ext>
            </a:extLst>
          </p:cNvPr>
          <p:cNvSpPr/>
          <p:nvPr/>
        </p:nvSpPr>
        <p:spPr>
          <a:xfrm>
            <a:off x="2228088" y="187452"/>
            <a:ext cx="1676400" cy="53035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Tiền xử lý dữ liệu</a:t>
            </a: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(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Preprocessing</a:t>
            </a:r>
            <a:r>
              <a:rPr lang="vi-VN" sz="1300" dirty="0">
                <a:solidFill>
                  <a:schemeClr val="tx1"/>
                </a:solidFill>
                <a:latin typeface="+mj-lt"/>
              </a:rPr>
              <a:t> 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data</a:t>
            </a:r>
            <a:r>
              <a:rPr lang="vi-VN" sz="1300" dirty="0">
                <a:solidFill>
                  <a:schemeClr val="tx1"/>
                </a:solidFill>
                <a:latin typeface="+mj-lt"/>
              </a:rPr>
              <a:t>)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2FCEE69-E7C6-B0BC-7221-2D5531C0F05E}"/>
              </a:ext>
            </a:extLst>
          </p:cNvPr>
          <p:cNvSpPr/>
          <p:nvPr/>
        </p:nvSpPr>
        <p:spPr>
          <a:xfrm>
            <a:off x="4395216" y="187452"/>
            <a:ext cx="1456944" cy="53035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Phân đoạn dữ liệu</a:t>
            </a: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(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Chunking</a:t>
            </a:r>
            <a:r>
              <a:rPr lang="vi-VN" sz="1300" dirty="0">
                <a:solidFill>
                  <a:schemeClr val="tx1"/>
                </a:solidFill>
                <a:latin typeface="+mj-lt"/>
              </a:rPr>
              <a:t> 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data</a:t>
            </a:r>
            <a:r>
              <a:rPr lang="vi-VN" sz="1300" dirty="0">
                <a:solidFill>
                  <a:schemeClr val="tx1"/>
                </a:solidFill>
                <a:latin typeface="+mj-lt"/>
              </a:rPr>
              <a:t>)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Cylinder 5">
            <a:extLst>
              <a:ext uri="{FF2B5EF4-FFF2-40B4-BE49-F238E27FC236}">
                <a16:creationId xmlns:a16="http://schemas.microsoft.com/office/drawing/2014/main" id="{74A74C67-E73B-6C07-A7EF-03FC8E1C9209}"/>
              </a:ext>
            </a:extLst>
          </p:cNvPr>
          <p:cNvSpPr/>
          <p:nvPr/>
        </p:nvSpPr>
        <p:spPr>
          <a:xfrm>
            <a:off x="6347699" y="132588"/>
            <a:ext cx="1456944" cy="644652"/>
          </a:xfrm>
          <a:prstGeom prst="can">
            <a:avLst>
              <a:gd name="adj" fmla="val 12506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Dữ liệu chuẩn</a:t>
            </a: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(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Cleaned</a:t>
            </a:r>
            <a:r>
              <a:rPr lang="vi-VN" sz="1300" dirty="0">
                <a:solidFill>
                  <a:schemeClr val="tx1"/>
                </a:solidFill>
                <a:latin typeface="+mj-lt"/>
              </a:rPr>
              <a:t> 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data</a:t>
            </a:r>
            <a:r>
              <a:rPr lang="vi-VN" sz="1300" dirty="0">
                <a:solidFill>
                  <a:schemeClr val="tx1"/>
                </a:solidFill>
                <a:latin typeface="+mj-lt"/>
              </a:rPr>
              <a:t>)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" name="Cube 8">
            <a:extLst>
              <a:ext uri="{FF2B5EF4-FFF2-40B4-BE49-F238E27FC236}">
                <a16:creationId xmlns:a16="http://schemas.microsoft.com/office/drawing/2014/main" id="{BB5996C8-63F9-DD2B-5367-2334A49E3D1C}"/>
              </a:ext>
            </a:extLst>
          </p:cNvPr>
          <p:cNvSpPr/>
          <p:nvPr/>
        </p:nvSpPr>
        <p:spPr>
          <a:xfrm>
            <a:off x="10553140" y="105156"/>
            <a:ext cx="1523044" cy="585216"/>
          </a:xfrm>
          <a:prstGeom prst="cube">
            <a:avLst>
              <a:gd name="adj" fmla="val 19444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Các 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model</a:t>
            </a:r>
            <a:endParaRPr lang="vi-VN" sz="13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vi-VN" sz="1300" dirty="0" err="1">
                <a:solidFill>
                  <a:schemeClr val="tx1"/>
                </a:solidFill>
                <a:latin typeface="+mj-lt"/>
              </a:rPr>
              <a:t>embedding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3" name="Cube 12">
            <a:extLst>
              <a:ext uri="{FF2B5EF4-FFF2-40B4-BE49-F238E27FC236}">
                <a16:creationId xmlns:a16="http://schemas.microsoft.com/office/drawing/2014/main" id="{7032E416-3072-CA65-BFB7-B4D384B9BA0D}"/>
              </a:ext>
            </a:extLst>
          </p:cNvPr>
          <p:cNvSpPr/>
          <p:nvPr/>
        </p:nvSpPr>
        <p:spPr>
          <a:xfrm>
            <a:off x="8450421" y="1226820"/>
            <a:ext cx="1511804" cy="530352"/>
          </a:xfrm>
          <a:prstGeom prst="cube">
            <a:avLst>
              <a:gd name="adj" fmla="val 19444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 err="1">
                <a:solidFill>
                  <a:schemeClr val="tx1"/>
                </a:solidFill>
                <a:latin typeface="+mj-lt"/>
              </a:rPr>
              <a:t>Model</a:t>
            </a:r>
            <a:r>
              <a:rPr lang="vi-VN" sz="1300" dirty="0">
                <a:solidFill>
                  <a:schemeClr val="tx1"/>
                </a:solidFill>
                <a:latin typeface="+mj-lt"/>
              </a:rPr>
              <a:t> 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embedding</a:t>
            </a:r>
            <a:endParaRPr lang="vi-VN" sz="13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tốt nhất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4" name="Cylinder 13">
            <a:extLst>
              <a:ext uri="{FF2B5EF4-FFF2-40B4-BE49-F238E27FC236}">
                <a16:creationId xmlns:a16="http://schemas.microsoft.com/office/drawing/2014/main" id="{5CA7FCE2-8826-2AC2-A35A-B7D56C453B2A}"/>
              </a:ext>
            </a:extLst>
          </p:cNvPr>
          <p:cNvSpPr/>
          <p:nvPr/>
        </p:nvSpPr>
        <p:spPr>
          <a:xfrm>
            <a:off x="10553140" y="1281684"/>
            <a:ext cx="1523044" cy="1691640"/>
          </a:xfrm>
          <a:prstGeom prst="can">
            <a:avLst>
              <a:gd name="adj" fmla="val 10620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trữ dữ liệu</a:t>
            </a:r>
          </a:p>
          <a:p>
            <a:pPr algn="ctr"/>
            <a:r>
              <a:rPr lang="vi-VN" sz="13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vector</a:t>
            </a:r>
            <a:r>
              <a:rPr lang="vi-VN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13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  <a:endParaRPr lang="en-US" sz="13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Graphic 16" descr="User with solid fill">
            <a:extLst>
              <a:ext uri="{FF2B5EF4-FFF2-40B4-BE49-F238E27FC236}">
                <a16:creationId xmlns:a16="http://schemas.microsoft.com/office/drawing/2014/main" id="{B61B3EEB-3B71-FA44-D12A-08CB3E46AD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12522" y="3226500"/>
            <a:ext cx="1003931" cy="1003931"/>
          </a:xfrm>
          <a:prstGeom prst="rect">
            <a:avLst/>
          </a:prstGeom>
        </p:spPr>
      </p:pic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6EAC2B4-7E02-37B2-CEB3-63863C0A676D}"/>
              </a:ext>
            </a:extLst>
          </p:cNvPr>
          <p:cNvSpPr/>
          <p:nvPr/>
        </p:nvSpPr>
        <p:spPr>
          <a:xfrm>
            <a:off x="6347700" y="1281684"/>
            <a:ext cx="1456943" cy="53035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Thông tin được trích xuất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3F988E7-AA09-988C-9F5A-31716BD85BB6}"/>
              </a:ext>
            </a:extLst>
          </p:cNvPr>
          <p:cNvSpPr/>
          <p:nvPr/>
        </p:nvSpPr>
        <p:spPr>
          <a:xfrm>
            <a:off x="8388052" y="192024"/>
            <a:ext cx="1523043" cy="53035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Đánh giá </a:t>
            </a:r>
            <a:r>
              <a:rPr lang="vi-VN" sz="13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</a:t>
            </a:r>
            <a:r>
              <a:rPr lang="vi-VN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13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embedding</a:t>
            </a:r>
            <a:endParaRPr lang="en-US" sz="13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B4C4D39-4345-51F9-F870-BDBBD7720C2F}"/>
              </a:ext>
            </a:extLst>
          </p:cNvPr>
          <p:cNvSpPr/>
          <p:nvPr/>
        </p:nvSpPr>
        <p:spPr>
          <a:xfrm>
            <a:off x="4395216" y="1281684"/>
            <a:ext cx="1456944" cy="53035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Trích xuất thông tin câu hỏi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4" name="Cube 53">
            <a:extLst>
              <a:ext uri="{FF2B5EF4-FFF2-40B4-BE49-F238E27FC236}">
                <a16:creationId xmlns:a16="http://schemas.microsoft.com/office/drawing/2014/main" id="{8F6C086B-973C-E6F8-D0E8-04E58C696C4E}"/>
              </a:ext>
            </a:extLst>
          </p:cNvPr>
          <p:cNvSpPr/>
          <p:nvPr/>
        </p:nvSpPr>
        <p:spPr>
          <a:xfrm>
            <a:off x="2223277" y="1235964"/>
            <a:ext cx="1676400" cy="530352"/>
          </a:xfrm>
          <a:prstGeom prst="cube">
            <a:avLst>
              <a:gd name="adj" fmla="val 17720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LLM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B8ACB595-AD1A-F1AC-4471-A5D6994010FF}"/>
              </a:ext>
            </a:extLst>
          </p:cNvPr>
          <p:cNvSpPr/>
          <p:nvPr/>
        </p:nvSpPr>
        <p:spPr>
          <a:xfrm>
            <a:off x="146303" y="1263396"/>
            <a:ext cx="1597981" cy="573024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Câu hỏi văn bản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C72AD4ED-D215-BCF5-4367-51D1C1768014}"/>
              </a:ext>
            </a:extLst>
          </p:cNvPr>
          <p:cNvSpPr/>
          <p:nvPr/>
        </p:nvSpPr>
        <p:spPr>
          <a:xfrm>
            <a:off x="146304" y="2250948"/>
            <a:ext cx="1591056" cy="722376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Xử lý âm thanh</a:t>
            </a: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(Khử ồn, phát hiện </a:t>
            </a: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câu hỏi…)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B3349750-6CDB-9E22-4332-CDD7F2259EA3}"/>
              </a:ext>
            </a:extLst>
          </p:cNvPr>
          <p:cNvSpPr/>
          <p:nvPr/>
        </p:nvSpPr>
        <p:spPr>
          <a:xfrm>
            <a:off x="8392925" y="2250948"/>
            <a:ext cx="1524983" cy="722376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Trích xuất thông tin liên quan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8" name="Cylinder 57">
            <a:extLst>
              <a:ext uri="{FF2B5EF4-FFF2-40B4-BE49-F238E27FC236}">
                <a16:creationId xmlns:a16="http://schemas.microsoft.com/office/drawing/2014/main" id="{1F705B23-A2C5-20CD-FB48-3BF6D93C260F}"/>
              </a:ext>
            </a:extLst>
          </p:cNvPr>
          <p:cNvSpPr/>
          <p:nvPr/>
        </p:nvSpPr>
        <p:spPr>
          <a:xfrm>
            <a:off x="6347700" y="2252472"/>
            <a:ext cx="1456944" cy="722376"/>
          </a:xfrm>
          <a:prstGeom prst="can">
            <a:avLst>
              <a:gd name="adj" fmla="val 13615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CSDL thông tin người dùng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260F8AE3-D622-49E0-1D43-B08132CFF553}"/>
              </a:ext>
            </a:extLst>
          </p:cNvPr>
          <p:cNvSpPr/>
          <p:nvPr/>
        </p:nvSpPr>
        <p:spPr>
          <a:xfrm>
            <a:off x="10553140" y="3412236"/>
            <a:ext cx="1523044" cy="63246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Tạo </a:t>
            </a:r>
            <a:r>
              <a:rPr lang="vi-VN" sz="1300" dirty="0" err="1">
                <a:solidFill>
                  <a:schemeClr val="tx1"/>
                </a:solidFill>
                <a:latin typeface="+mj-lt"/>
              </a:rPr>
              <a:t>prompt</a:t>
            </a:r>
            <a:endParaRPr lang="vi-VN" sz="1300" dirty="0">
              <a:solidFill>
                <a:schemeClr val="tx1"/>
              </a:solidFill>
              <a:latin typeface="+mj-lt"/>
            </a:endParaRP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hoàn chỉnh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0" name="Cube 59">
            <a:extLst>
              <a:ext uri="{FF2B5EF4-FFF2-40B4-BE49-F238E27FC236}">
                <a16:creationId xmlns:a16="http://schemas.microsoft.com/office/drawing/2014/main" id="{4E3894F2-818C-AE90-D888-94D9BFDCD5B0}"/>
              </a:ext>
            </a:extLst>
          </p:cNvPr>
          <p:cNvSpPr/>
          <p:nvPr/>
        </p:nvSpPr>
        <p:spPr>
          <a:xfrm>
            <a:off x="8450119" y="4418076"/>
            <a:ext cx="1524983" cy="632460"/>
          </a:xfrm>
          <a:prstGeom prst="cube">
            <a:avLst>
              <a:gd name="adj" fmla="val 17720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LLM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1E4DF0B0-F346-2566-481E-A85FB3B965F7}"/>
              </a:ext>
            </a:extLst>
          </p:cNvPr>
          <p:cNvSpPr/>
          <p:nvPr/>
        </p:nvSpPr>
        <p:spPr>
          <a:xfrm>
            <a:off x="4395214" y="3412236"/>
            <a:ext cx="1467079" cy="63246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Bộ phân tích hành vi người dùng</a:t>
            </a:r>
          </a:p>
        </p:txBody>
      </p:sp>
      <p:sp>
        <p:nvSpPr>
          <p:cNvPr id="62" name="Cylinder 61">
            <a:extLst>
              <a:ext uri="{FF2B5EF4-FFF2-40B4-BE49-F238E27FC236}">
                <a16:creationId xmlns:a16="http://schemas.microsoft.com/office/drawing/2014/main" id="{C8A51440-C671-1AD6-13D0-D3C9616FFD12}"/>
              </a:ext>
            </a:extLst>
          </p:cNvPr>
          <p:cNvSpPr/>
          <p:nvPr/>
        </p:nvSpPr>
        <p:spPr>
          <a:xfrm>
            <a:off x="4395215" y="2252472"/>
            <a:ext cx="1456944" cy="722376"/>
          </a:xfrm>
          <a:prstGeom prst="can">
            <a:avLst>
              <a:gd name="adj" fmla="val 13615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CSDL trò chuyện và tương tác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3899F772-0CBC-E699-B579-32F74EB3BB74}"/>
              </a:ext>
            </a:extLst>
          </p:cNvPr>
          <p:cNvSpPr/>
          <p:nvPr/>
        </p:nvSpPr>
        <p:spPr>
          <a:xfrm>
            <a:off x="4395214" y="4472940"/>
            <a:ext cx="2220657" cy="63246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Bộ phân tích cú pháp và</a:t>
            </a: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dữ liệu phản hồi</a:t>
            </a: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8204FD2E-58F6-6EA4-7B0A-E03496EDED60}"/>
              </a:ext>
            </a:extLst>
          </p:cNvPr>
          <p:cNvSpPr/>
          <p:nvPr/>
        </p:nvSpPr>
        <p:spPr>
          <a:xfrm>
            <a:off x="146304" y="3380232"/>
            <a:ext cx="1591056" cy="2737104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Các chức năng người dùng tùy ý</a:t>
            </a: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***</a:t>
            </a:r>
          </a:p>
          <a:p>
            <a:r>
              <a:rPr lang="vi-VN" sz="1300" dirty="0">
                <a:solidFill>
                  <a:schemeClr val="tx1"/>
                </a:solidFill>
                <a:latin typeface="+mj-lt"/>
              </a:rPr>
              <a:t>- Đăng nhập/xuất</a:t>
            </a:r>
          </a:p>
          <a:p>
            <a:r>
              <a:rPr lang="vi-VN" sz="1300" dirty="0">
                <a:solidFill>
                  <a:schemeClr val="tx1"/>
                </a:solidFill>
                <a:latin typeface="+mj-lt"/>
              </a:rPr>
              <a:t>- Thay đổi LLM, các chỉ số…</a:t>
            </a:r>
          </a:p>
          <a:p>
            <a:r>
              <a:rPr lang="vi-VN" sz="1300" dirty="0">
                <a:solidFill>
                  <a:schemeClr val="tx1"/>
                </a:solidFill>
                <a:latin typeface="+mj-lt"/>
              </a:rPr>
              <a:t>- Xóa/tạo hội thoại</a:t>
            </a:r>
          </a:p>
          <a:p>
            <a:r>
              <a:rPr lang="vi-VN" sz="1300" dirty="0">
                <a:solidFill>
                  <a:schemeClr val="tx1"/>
                </a:solidFill>
                <a:latin typeface="+mj-lt"/>
              </a:rPr>
              <a:t>- Cài đặt giao diện</a:t>
            </a: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…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6BD43CE7-DA56-A790-271E-5D66D054134E}"/>
              </a:ext>
            </a:extLst>
          </p:cNvPr>
          <p:cNvSpPr/>
          <p:nvPr/>
        </p:nvSpPr>
        <p:spPr>
          <a:xfrm>
            <a:off x="8397195" y="3412236"/>
            <a:ext cx="1511805" cy="63246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Thông tin ngữ cảnh trò chuyện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CB2024C0-8DF9-D283-83F9-B1C79C487FAC}"/>
              </a:ext>
            </a:extLst>
          </p:cNvPr>
          <p:cNvSpPr/>
          <p:nvPr/>
        </p:nvSpPr>
        <p:spPr>
          <a:xfrm>
            <a:off x="8450119" y="5448300"/>
            <a:ext cx="1919177" cy="63246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Xử lý sau phản hồi và</a:t>
            </a:r>
          </a:p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trích xuất thông tin</a:t>
            </a:r>
          </a:p>
        </p:txBody>
      </p:sp>
      <p:sp>
        <p:nvSpPr>
          <p:cNvPr id="67" name="Cube 66">
            <a:extLst>
              <a:ext uri="{FF2B5EF4-FFF2-40B4-BE49-F238E27FC236}">
                <a16:creationId xmlns:a16="http://schemas.microsoft.com/office/drawing/2014/main" id="{C1F2C232-53FA-4E1A-2D61-CF95F7E39DAF}"/>
              </a:ext>
            </a:extLst>
          </p:cNvPr>
          <p:cNvSpPr/>
          <p:nvPr/>
        </p:nvSpPr>
        <p:spPr>
          <a:xfrm>
            <a:off x="6425763" y="5393436"/>
            <a:ext cx="1197834" cy="632460"/>
          </a:xfrm>
          <a:prstGeom prst="cube">
            <a:avLst>
              <a:gd name="adj" fmla="val 17720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LLM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5244915-63A2-76F6-EE6C-AC60D11423EA}"/>
              </a:ext>
            </a:extLst>
          </p:cNvPr>
          <p:cNvCxnSpPr>
            <a:stCxn id="3" idx="3"/>
            <a:endCxn id="4" idx="1"/>
          </p:cNvCxnSpPr>
          <p:nvPr/>
        </p:nvCxnSpPr>
        <p:spPr>
          <a:xfrm>
            <a:off x="1737360" y="452628"/>
            <a:ext cx="4907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CB564DD-A9C2-4D81-C32E-ABF1A1F82414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3904488" y="452628"/>
            <a:ext cx="4907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DDC645D-7760-D5AD-0735-A1A545F54CB6}"/>
              </a:ext>
            </a:extLst>
          </p:cNvPr>
          <p:cNvCxnSpPr>
            <a:stCxn id="5" idx="3"/>
            <a:endCxn id="6" idx="2"/>
          </p:cNvCxnSpPr>
          <p:nvPr/>
        </p:nvCxnSpPr>
        <p:spPr>
          <a:xfrm>
            <a:off x="5852160" y="452628"/>
            <a:ext cx="495539" cy="22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0E47978-4563-1DAC-40A3-E275FFD7AB75}"/>
              </a:ext>
            </a:extLst>
          </p:cNvPr>
          <p:cNvCxnSpPr>
            <a:stCxn id="6" idx="4"/>
            <a:endCxn id="23" idx="1"/>
          </p:cNvCxnSpPr>
          <p:nvPr/>
        </p:nvCxnSpPr>
        <p:spPr>
          <a:xfrm>
            <a:off x="7804643" y="454914"/>
            <a:ext cx="583409" cy="228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3369A63-B9FA-176B-E93A-AE83A9654719}"/>
              </a:ext>
            </a:extLst>
          </p:cNvPr>
          <p:cNvCxnSpPr>
            <a:cxnSpLocks/>
            <a:stCxn id="9" idx="2"/>
            <a:endCxn id="23" idx="3"/>
          </p:cNvCxnSpPr>
          <p:nvPr/>
        </p:nvCxnSpPr>
        <p:spPr>
          <a:xfrm flipH="1">
            <a:off x="9911095" y="454659"/>
            <a:ext cx="642045" cy="254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E8773F0-1B13-2B0F-3341-31339A3DABF0}"/>
              </a:ext>
            </a:extLst>
          </p:cNvPr>
          <p:cNvCxnSpPr>
            <a:cxnSpLocks/>
          </p:cNvCxnSpPr>
          <p:nvPr/>
        </p:nvCxnSpPr>
        <p:spPr>
          <a:xfrm>
            <a:off x="9387318" y="722376"/>
            <a:ext cx="5188" cy="60756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72047F34-37A9-DBEA-8593-094A562B174A}"/>
              </a:ext>
            </a:extLst>
          </p:cNvPr>
          <p:cNvCxnSpPr>
            <a:stCxn id="13" idx="5"/>
            <a:endCxn id="14" idx="2"/>
          </p:cNvCxnSpPr>
          <p:nvPr/>
        </p:nvCxnSpPr>
        <p:spPr>
          <a:xfrm>
            <a:off x="9962225" y="1440435"/>
            <a:ext cx="590915" cy="687069"/>
          </a:xfrm>
          <a:prstGeom prst="bentConnector3">
            <a:avLst>
              <a:gd name="adj1" fmla="val 4690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D113A5D-A04C-85D6-EEF1-7AF4A5A7B529}"/>
              </a:ext>
            </a:extLst>
          </p:cNvPr>
          <p:cNvCxnSpPr>
            <a:cxnSpLocks/>
            <a:stCxn id="17" idx="0"/>
            <a:endCxn id="54" idx="3"/>
          </p:cNvCxnSpPr>
          <p:nvPr/>
        </p:nvCxnSpPr>
        <p:spPr>
          <a:xfrm flipV="1">
            <a:off x="3014488" y="1766316"/>
            <a:ext cx="0" cy="14601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4C950E8-EE34-B49E-0895-F6A548ADDA64}"/>
              </a:ext>
            </a:extLst>
          </p:cNvPr>
          <p:cNvCxnSpPr>
            <a:cxnSpLocks/>
            <a:stCxn id="54" idx="4"/>
            <a:endCxn id="24" idx="1"/>
          </p:cNvCxnSpPr>
          <p:nvPr/>
        </p:nvCxnSpPr>
        <p:spPr>
          <a:xfrm flipV="1">
            <a:off x="3805699" y="1546860"/>
            <a:ext cx="589517" cy="12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3C549D6-FF4C-1B45-A3ED-0E21615A9748}"/>
              </a:ext>
            </a:extLst>
          </p:cNvPr>
          <p:cNvCxnSpPr>
            <a:stCxn id="24" idx="3"/>
            <a:endCxn id="20" idx="1"/>
          </p:cNvCxnSpPr>
          <p:nvPr/>
        </p:nvCxnSpPr>
        <p:spPr>
          <a:xfrm>
            <a:off x="5852160" y="1546860"/>
            <a:ext cx="49554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1B7315D-9A18-0B39-00A8-C588E9030025}"/>
              </a:ext>
            </a:extLst>
          </p:cNvPr>
          <p:cNvCxnSpPr>
            <a:stCxn id="20" idx="3"/>
            <a:endCxn id="13" idx="2"/>
          </p:cNvCxnSpPr>
          <p:nvPr/>
        </p:nvCxnSpPr>
        <p:spPr>
          <a:xfrm flipV="1">
            <a:off x="7804643" y="1543557"/>
            <a:ext cx="645778" cy="33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2D58ECA-A51C-44FD-6730-EF8763337F5D}"/>
              </a:ext>
            </a:extLst>
          </p:cNvPr>
          <p:cNvCxnSpPr>
            <a:stCxn id="20" idx="2"/>
            <a:endCxn id="58" idx="0"/>
          </p:cNvCxnSpPr>
          <p:nvPr/>
        </p:nvCxnSpPr>
        <p:spPr>
          <a:xfrm>
            <a:off x="7076172" y="1812036"/>
            <a:ext cx="0" cy="538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45D5B8B-7D4E-1036-130C-40C221BDBEBF}"/>
              </a:ext>
            </a:extLst>
          </p:cNvPr>
          <p:cNvCxnSpPr>
            <a:stCxn id="13" idx="3"/>
            <a:endCxn id="57" idx="0"/>
          </p:cNvCxnSpPr>
          <p:nvPr/>
        </p:nvCxnSpPr>
        <p:spPr>
          <a:xfrm>
            <a:off x="9154762" y="1757172"/>
            <a:ext cx="655" cy="4937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3E0B055F-0174-51C2-9763-EADAF4604B8C}"/>
              </a:ext>
            </a:extLst>
          </p:cNvPr>
          <p:cNvCxnSpPr/>
          <p:nvPr/>
        </p:nvCxnSpPr>
        <p:spPr>
          <a:xfrm>
            <a:off x="9917908" y="2496408"/>
            <a:ext cx="6352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7E561A5F-68EC-D7F0-3EDD-EA2C39CA007E}"/>
              </a:ext>
            </a:extLst>
          </p:cNvPr>
          <p:cNvCxnSpPr/>
          <p:nvPr/>
        </p:nvCxnSpPr>
        <p:spPr>
          <a:xfrm flipH="1">
            <a:off x="9917908" y="2679192"/>
            <a:ext cx="6352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3C20B47F-2C45-9A57-01AE-77327090404B}"/>
              </a:ext>
            </a:extLst>
          </p:cNvPr>
          <p:cNvCxnSpPr/>
          <p:nvPr/>
        </p:nvCxnSpPr>
        <p:spPr>
          <a:xfrm>
            <a:off x="7804643" y="2688432"/>
            <a:ext cx="5834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20A3D7F3-CCCD-DBE5-9A80-EB9BDF0943D8}"/>
              </a:ext>
            </a:extLst>
          </p:cNvPr>
          <p:cNvCxnSpPr>
            <a:cxnSpLocks/>
          </p:cNvCxnSpPr>
          <p:nvPr/>
        </p:nvCxnSpPr>
        <p:spPr>
          <a:xfrm flipH="1">
            <a:off x="7804643" y="2487264"/>
            <a:ext cx="5882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893CE6EB-5F08-2544-FBEF-9F402634C635}"/>
              </a:ext>
            </a:extLst>
          </p:cNvPr>
          <p:cNvCxnSpPr>
            <a:stCxn id="57" idx="2"/>
            <a:endCxn id="65" idx="0"/>
          </p:cNvCxnSpPr>
          <p:nvPr/>
        </p:nvCxnSpPr>
        <p:spPr>
          <a:xfrm flipH="1">
            <a:off x="9153098" y="2973324"/>
            <a:ext cx="2319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22BF4B43-010E-23AE-6AD0-F5E5F96FEA61}"/>
              </a:ext>
            </a:extLst>
          </p:cNvPr>
          <p:cNvCxnSpPr>
            <a:stCxn id="65" idx="3"/>
            <a:endCxn id="59" idx="1"/>
          </p:cNvCxnSpPr>
          <p:nvPr/>
        </p:nvCxnSpPr>
        <p:spPr>
          <a:xfrm>
            <a:off x="9909000" y="3728466"/>
            <a:ext cx="64414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5499AD5B-5E5D-6CD8-7D9B-11CB9F71C4DE}"/>
              </a:ext>
            </a:extLst>
          </p:cNvPr>
          <p:cNvCxnSpPr>
            <a:stCxn id="65" idx="2"/>
            <a:endCxn id="60" idx="1"/>
          </p:cNvCxnSpPr>
          <p:nvPr/>
        </p:nvCxnSpPr>
        <p:spPr>
          <a:xfrm>
            <a:off x="9153098" y="4044696"/>
            <a:ext cx="3477" cy="4854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674953EC-953A-2AA2-509D-D07E52184CE1}"/>
              </a:ext>
            </a:extLst>
          </p:cNvPr>
          <p:cNvCxnSpPr>
            <a:stCxn id="59" idx="2"/>
            <a:endCxn id="60" idx="4"/>
          </p:cNvCxnSpPr>
          <p:nvPr/>
        </p:nvCxnSpPr>
        <p:spPr>
          <a:xfrm rot="5400000">
            <a:off x="10216023" y="3691703"/>
            <a:ext cx="745646" cy="145163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B818D712-06F0-C025-7D3D-D319D7101436}"/>
              </a:ext>
            </a:extLst>
          </p:cNvPr>
          <p:cNvCxnSpPr>
            <a:cxnSpLocks/>
            <a:stCxn id="60" idx="2"/>
            <a:endCxn id="63" idx="3"/>
          </p:cNvCxnSpPr>
          <p:nvPr/>
        </p:nvCxnSpPr>
        <p:spPr>
          <a:xfrm flipH="1" flipV="1">
            <a:off x="6615871" y="4789170"/>
            <a:ext cx="1834248" cy="11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F2047C0-B234-454C-A941-7704BDE22454}"/>
              </a:ext>
            </a:extLst>
          </p:cNvPr>
          <p:cNvCxnSpPr>
            <a:cxnSpLocks/>
            <a:stCxn id="63" idx="1"/>
            <a:endCxn id="17" idx="2"/>
          </p:cNvCxnSpPr>
          <p:nvPr/>
        </p:nvCxnSpPr>
        <p:spPr>
          <a:xfrm rot="10800000">
            <a:off x="3014488" y="4230432"/>
            <a:ext cx="1380726" cy="5587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F0C8EDDE-1843-CBCA-C82D-2EE433AEB7B4}"/>
              </a:ext>
            </a:extLst>
          </p:cNvPr>
          <p:cNvCxnSpPr>
            <a:cxnSpLocks/>
            <a:stCxn id="63" idx="2"/>
            <a:endCxn id="67" idx="2"/>
          </p:cNvCxnSpPr>
          <p:nvPr/>
        </p:nvCxnSpPr>
        <p:spPr>
          <a:xfrm rot="16200000" flipH="1">
            <a:off x="5635502" y="4975441"/>
            <a:ext cx="660302" cy="920220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6DF0944B-DF3B-FBF9-B2FA-2ACBDE23B968}"/>
              </a:ext>
            </a:extLst>
          </p:cNvPr>
          <p:cNvCxnSpPr>
            <a:cxnSpLocks/>
            <a:endCxn id="61" idx="1"/>
          </p:cNvCxnSpPr>
          <p:nvPr/>
        </p:nvCxnSpPr>
        <p:spPr>
          <a:xfrm>
            <a:off x="3516453" y="3728465"/>
            <a:ext cx="878761" cy="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3DEFA6A6-54D3-A975-2E74-ACF839F82619}"/>
              </a:ext>
            </a:extLst>
          </p:cNvPr>
          <p:cNvCxnSpPr>
            <a:cxnSpLocks/>
            <a:endCxn id="62" idx="3"/>
          </p:cNvCxnSpPr>
          <p:nvPr/>
        </p:nvCxnSpPr>
        <p:spPr>
          <a:xfrm flipH="1" flipV="1">
            <a:off x="5123687" y="2974848"/>
            <a:ext cx="10134" cy="4053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452208B9-71BD-B2E0-3CE2-EE501E854A49}"/>
              </a:ext>
            </a:extLst>
          </p:cNvPr>
          <p:cNvCxnSpPr>
            <a:cxnSpLocks/>
            <a:stCxn id="67" idx="4"/>
            <a:endCxn id="66" idx="1"/>
          </p:cNvCxnSpPr>
          <p:nvPr/>
        </p:nvCxnSpPr>
        <p:spPr>
          <a:xfrm flipV="1">
            <a:off x="7511525" y="5764530"/>
            <a:ext cx="938594" cy="11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E9FC4317-5ABC-E301-8B89-0205BE05C6C3}"/>
              </a:ext>
            </a:extLst>
          </p:cNvPr>
          <p:cNvCxnSpPr>
            <a:cxnSpLocks/>
            <a:stCxn id="66" idx="0"/>
            <a:endCxn id="58" idx="3"/>
          </p:cNvCxnSpPr>
          <p:nvPr/>
        </p:nvCxnSpPr>
        <p:spPr>
          <a:xfrm rot="16200000" flipV="1">
            <a:off x="7006214" y="3044806"/>
            <a:ext cx="2473452" cy="2333536"/>
          </a:xfrm>
          <a:prstGeom prst="bentConnector3">
            <a:avLst>
              <a:gd name="adj1" fmla="val 10444"/>
            </a:avLst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2888B481-7A39-096A-3CD3-DE70ED41D2BB}"/>
              </a:ext>
            </a:extLst>
          </p:cNvPr>
          <p:cNvCxnSpPr>
            <a:cxnSpLocks/>
            <a:stCxn id="64" idx="3"/>
          </p:cNvCxnSpPr>
          <p:nvPr/>
        </p:nvCxnSpPr>
        <p:spPr>
          <a:xfrm>
            <a:off x="1737360" y="4748784"/>
            <a:ext cx="393192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997A810C-FDE1-B67A-673F-F3A557A0CB42}"/>
              </a:ext>
            </a:extLst>
          </p:cNvPr>
          <p:cNvCxnSpPr>
            <a:cxnSpLocks/>
          </p:cNvCxnSpPr>
          <p:nvPr/>
        </p:nvCxnSpPr>
        <p:spPr>
          <a:xfrm flipV="1">
            <a:off x="2122932" y="3728465"/>
            <a:ext cx="0" cy="10203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48767D13-55AF-5E73-A0F8-293F3EB6BE56}"/>
              </a:ext>
            </a:extLst>
          </p:cNvPr>
          <p:cNvCxnSpPr>
            <a:cxnSpLocks/>
          </p:cNvCxnSpPr>
          <p:nvPr/>
        </p:nvCxnSpPr>
        <p:spPr>
          <a:xfrm>
            <a:off x="2121408" y="3728465"/>
            <a:ext cx="466344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81C65EEC-4071-5E36-0065-18102D4C3BE8}"/>
              </a:ext>
            </a:extLst>
          </p:cNvPr>
          <p:cNvCxnSpPr>
            <a:cxnSpLocks/>
            <a:endCxn id="56" idx="3"/>
          </p:cNvCxnSpPr>
          <p:nvPr/>
        </p:nvCxnSpPr>
        <p:spPr>
          <a:xfrm rot="10800000">
            <a:off x="1737361" y="2612136"/>
            <a:ext cx="1152317" cy="611124"/>
          </a:xfrm>
          <a:prstGeom prst="bentConnector3">
            <a:avLst>
              <a:gd name="adj1" fmla="val 735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43D634BE-31AE-A930-E307-79675B0A6951}"/>
              </a:ext>
            </a:extLst>
          </p:cNvPr>
          <p:cNvCxnSpPr>
            <a:cxnSpLocks/>
            <a:stCxn id="56" idx="0"/>
            <a:endCxn id="55" idx="2"/>
          </p:cNvCxnSpPr>
          <p:nvPr/>
        </p:nvCxnSpPr>
        <p:spPr>
          <a:xfrm flipV="1">
            <a:off x="941832" y="1836420"/>
            <a:ext cx="3462" cy="4145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E8C2BC04-FB25-AFA6-0C83-90D85821B5FD}"/>
              </a:ext>
            </a:extLst>
          </p:cNvPr>
          <p:cNvCxnSpPr>
            <a:cxnSpLocks/>
            <a:stCxn id="55" idx="3"/>
            <a:endCxn id="54" idx="2"/>
          </p:cNvCxnSpPr>
          <p:nvPr/>
        </p:nvCxnSpPr>
        <p:spPr>
          <a:xfrm flipV="1">
            <a:off x="1744284" y="1548129"/>
            <a:ext cx="478993" cy="17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7" name="Connector: Elbow 176">
            <a:extLst>
              <a:ext uri="{FF2B5EF4-FFF2-40B4-BE49-F238E27FC236}">
                <a16:creationId xmlns:a16="http://schemas.microsoft.com/office/drawing/2014/main" id="{937361AC-5BC3-026B-3653-708B57FC5409}"/>
              </a:ext>
            </a:extLst>
          </p:cNvPr>
          <p:cNvCxnSpPr>
            <a:cxnSpLocks/>
          </p:cNvCxnSpPr>
          <p:nvPr/>
        </p:nvCxnSpPr>
        <p:spPr>
          <a:xfrm rot="10800000" flipV="1">
            <a:off x="3159761" y="2487262"/>
            <a:ext cx="1249775" cy="734730"/>
          </a:xfrm>
          <a:prstGeom prst="bentConnector3">
            <a:avLst>
              <a:gd name="adj1" fmla="val 99793"/>
            </a:avLst>
          </a:prstGeom>
          <a:ln>
            <a:prstDash val="dash"/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BA8F1A4B-01A4-11E8-378F-60F0E6E6EBF6}"/>
              </a:ext>
            </a:extLst>
          </p:cNvPr>
          <p:cNvCxnSpPr>
            <a:cxnSpLocks/>
            <a:endCxn id="62" idx="2"/>
          </p:cNvCxnSpPr>
          <p:nvPr/>
        </p:nvCxnSpPr>
        <p:spPr>
          <a:xfrm rot="5400000" flipH="1" flipV="1">
            <a:off x="3196786" y="3468879"/>
            <a:ext cx="2053648" cy="343210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529515B2-14A0-5DB1-33A5-B80483A9852C}"/>
              </a:ext>
            </a:extLst>
          </p:cNvPr>
          <p:cNvCxnSpPr>
            <a:cxnSpLocks/>
          </p:cNvCxnSpPr>
          <p:nvPr/>
        </p:nvCxnSpPr>
        <p:spPr>
          <a:xfrm flipH="1">
            <a:off x="4052005" y="4667308"/>
            <a:ext cx="343209" cy="0"/>
          </a:xfrm>
          <a:prstGeom prst="straightConnector1">
            <a:avLst/>
          </a:prstGeom>
          <a:ln>
            <a:prstDash val="dash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4" name="Rectangle: Rounded Corners 223">
            <a:extLst>
              <a:ext uri="{FF2B5EF4-FFF2-40B4-BE49-F238E27FC236}">
                <a16:creationId xmlns:a16="http://schemas.microsoft.com/office/drawing/2014/main" id="{D03AB27B-21F2-EE19-54E3-030F281BCE77}"/>
              </a:ext>
            </a:extLst>
          </p:cNvPr>
          <p:cNvSpPr/>
          <p:nvPr/>
        </p:nvSpPr>
        <p:spPr>
          <a:xfrm>
            <a:off x="2334800" y="5412736"/>
            <a:ext cx="1591056" cy="722376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dirty="0">
                <a:solidFill>
                  <a:schemeClr val="tx1"/>
                </a:solidFill>
                <a:latin typeface="+mj-lt"/>
              </a:rPr>
              <a:t>Chuyển văn bản thành âm thanh</a:t>
            </a:r>
            <a:endParaRPr lang="en-US" sz="1300" dirty="0">
              <a:solidFill>
                <a:schemeClr val="tx1"/>
              </a:solidFill>
              <a:latin typeface="+mj-lt"/>
            </a:endParaRPr>
          </a:p>
        </p:txBody>
      </p:sp>
      <p:cxnSp>
        <p:nvCxnSpPr>
          <p:cNvPr id="228" name="Connector: Elbow 227">
            <a:extLst>
              <a:ext uri="{FF2B5EF4-FFF2-40B4-BE49-F238E27FC236}">
                <a16:creationId xmlns:a16="http://schemas.microsoft.com/office/drawing/2014/main" id="{7D7E927B-54AD-7885-BFAA-9003CE363D33}"/>
              </a:ext>
            </a:extLst>
          </p:cNvPr>
          <p:cNvCxnSpPr>
            <a:cxnSpLocks/>
            <a:endCxn id="224" idx="3"/>
          </p:cNvCxnSpPr>
          <p:nvPr/>
        </p:nvCxnSpPr>
        <p:spPr>
          <a:xfrm rot="10800000" flipV="1">
            <a:off x="3925856" y="5113014"/>
            <a:ext cx="1197832" cy="660909"/>
          </a:xfrm>
          <a:prstGeom prst="bentConnector3">
            <a:avLst>
              <a:gd name="adj1" fmla="val -25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A46722BE-4CA8-7DD3-2630-4333F32F733F}"/>
              </a:ext>
            </a:extLst>
          </p:cNvPr>
          <p:cNvCxnSpPr/>
          <p:nvPr/>
        </p:nvCxnSpPr>
        <p:spPr>
          <a:xfrm flipV="1">
            <a:off x="2874264" y="4230431"/>
            <a:ext cx="0" cy="1174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4" name="Connector: Elbow 253">
            <a:extLst>
              <a:ext uri="{FF2B5EF4-FFF2-40B4-BE49-F238E27FC236}">
                <a16:creationId xmlns:a16="http://schemas.microsoft.com/office/drawing/2014/main" id="{852310E1-ECBE-0632-B85C-693B6D5BBD09}"/>
              </a:ext>
            </a:extLst>
          </p:cNvPr>
          <p:cNvCxnSpPr>
            <a:cxnSpLocks/>
            <a:stCxn id="6" idx="3"/>
            <a:endCxn id="13" idx="1"/>
          </p:cNvCxnSpPr>
          <p:nvPr/>
        </p:nvCxnSpPr>
        <p:spPr>
          <a:xfrm rot="16200000" flipH="1">
            <a:off x="7839115" y="14295"/>
            <a:ext cx="552702" cy="207859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6" name="TextBox 255">
            <a:extLst>
              <a:ext uri="{FF2B5EF4-FFF2-40B4-BE49-F238E27FC236}">
                <a16:creationId xmlns:a16="http://schemas.microsoft.com/office/drawing/2014/main" id="{22B93CA2-65CF-9AD2-0E86-AC44B7FD0C5C}"/>
              </a:ext>
            </a:extLst>
          </p:cNvPr>
          <p:cNvSpPr txBox="1"/>
          <p:nvPr/>
        </p:nvSpPr>
        <p:spPr>
          <a:xfrm>
            <a:off x="1772212" y="134112"/>
            <a:ext cx="40908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(1)</a:t>
            </a:r>
            <a:endParaRPr lang="en-US" sz="1500" dirty="0">
              <a:latin typeface="+mj-lt"/>
            </a:endParaRP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61D55E67-B00D-8BED-A339-F3413189BEAC}"/>
              </a:ext>
            </a:extLst>
          </p:cNvPr>
          <p:cNvSpPr txBox="1"/>
          <p:nvPr/>
        </p:nvSpPr>
        <p:spPr>
          <a:xfrm>
            <a:off x="3929174" y="134112"/>
            <a:ext cx="40908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(2)</a:t>
            </a:r>
            <a:endParaRPr lang="en-US" sz="1500" dirty="0">
              <a:latin typeface="+mj-lt"/>
            </a:endParaRP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32C67A7E-6D70-06C9-0053-8516DF9413F7}"/>
              </a:ext>
            </a:extLst>
          </p:cNvPr>
          <p:cNvSpPr txBox="1"/>
          <p:nvPr/>
        </p:nvSpPr>
        <p:spPr>
          <a:xfrm>
            <a:off x="5872513" y="134112"/>
            <a:ext cx="40908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(3)</a:t>
            </a:r>
            <a:endParaRPr lang="en-US" sz="1500" dirty="0">
              <a:latin typeface="+mj-lt"/>
            </a:endParaRP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506C6AEB-3584-B844-10D1-018A0F7DFCF8}"/>
              </a:ext>
            </a:extLst>
          </p:cNvPr>
          <p:cNvSpPr txBox="1"/>
          <p:nvPr/>
        </p:nvSpPr>
        <p:spPr>
          <a:xfrm>
            <a:off x="7855913" y="134112"/>
            <a:ext cx="55335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(4.1)</a:t>
            </a:r>
            <a:endParaRPr lang="en-US" sz="1500" dirty="0">
              <a:latin typeface="+mj-lt"/>
            </a:endParaRP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B0E2ADE8-3471-6F13-21D8-7180FB0E588B}"/>
              </a:ext>
            </a:extLst>
          </p:cNvPr>
          <p:cNvSpPr txBox="1"/>
          <p:nvPr/>
        </p:nvSpPr>
        <p:spPr>
          <a:xfrm>
            <a:off x="10024057" y="134112"/>
            <a:ext cx="55335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(4.2)</a:t>
            </a:r>
            <a:endParaRPr lang="en-US" sz="1500" dirty="0">
              <a:latin typeface="+mj-lt"/>
            </a:endParaRP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107413D4-2765-49C5-21A5-A5F246165B11}"/>
              </a:ext>
            </a:extLst>
          </p:cNvPr>
          <p:cNvSpPr txBox="1"/>
          <p:nvPr/>
        </p:nvSpPr>
        <p:spPr>
          <a:xfrm>
            <a:off x="9387318" y="828386"/>
            <a:ext cx="55335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(4.3)</a:t>
            </a:r>
            <a:endParaRPr lang="en-US" sz="1500" dirty="0">
              <a:latin typeface="+mj-lt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CA0B72E3-23AF-3415-3BEA-BEA97E9B800A}"/>
              </a:ext>
            </a:extLst>
          </p:cNvPr>
          <p:cNvSpPr txBox="1"/>
          <p:nvPr/>
        </p:nvSpPr>
        <p:spPr>
          <a:xfrm>
            <a:off x="7884959" y="749514"/>
            <a:ext cx="40908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(5)</a:t>
            </a:r>
            <a:endParaRPr lang="en-US" sz="1500" dirty="0">
              <a:latin typeface="+mj-lt"/>
            </a:endParaRP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FBD1815C-B498-6ECC-F936-4F6E255851B8}"/>
              </a:ext>
            </a:extLst>
          </p:cNvPr>
          <p:cNvSpPr txBox="1"/>
          <p:nvPr/>
        </p:nvSpPr>
        <p:spPr>
          <a:xfrm>
            <a:off x="9137586" y="1809711"/>
            <a:ext cx="49815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(11)</a:t>
            </a:r>
            <a:endParaRPr lang="en-US" sz="1500" dirty="0">
              <a:latin typeface="+mj-lt"/>
            </a:endParaRPr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551C35FC-20B1-30B2-8408-717CAD357B0D}"/>
              </a:ext>
            </a:extLst>
          </p:cNvPr>
          <p:cNvSpPr txBox="1"/>
          <p:nvPr/>
        </p:nvSpPr>
        <p:spPr>
          <a:xfrm>
            <a:off x="9876321" y="1681735"/>
            <a:ext cx="40908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(6)</a:t>
            </a:r>
            <a:endParaRPr lang="en-US" sz="1500" dirty="0">
              <a:latin typeface="+mj-lt"/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6E05D608-E9BE-51D7-9560-703B4F871F31}"/>
              </a:ext>
            </a:extLst>
          </p:cNvPr>
          <p:cNvSpPr txBox="1"/>
          <p:nvPr/>
        </p:nvSpPr>
        <p:spPr>
          <a:xfrm>
            <a:off x="9903603" y="3392552"/>
            <a:ext cx="64953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(14.1)</a:t>
            </a:r>
            <a:endParaRPr lang="en-US" sz="1500" dirty="0">
              <a:latin typeface="+mj-lt"/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DE2E276B-2324-A476-F504-B8EBB4EC0CF4}"/>
              </a:ext>
            </a:extLst>
          </p:cNvPr>
          <p:cNvSpPr txBox="1"/>
          <p:nvPr/>
        </p:nvSpPr>
        <p:spPr>
          <a:xfrm>
            <a:off x="9151650" y="3015957"/>
            <a:ext cx="50526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(13)</a:t>
            </a:r>
            <a:endParaRPr lang="en-US" sz="1500" dirty="0">
              <a:latin typeface="+mj-lt"/>
            </a:endParaRPr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80D3B9EA-0FD0-EC27-68F6-A4AF329F7A29}"/>
              </a:ext>
            </a:extLst>
          </p:cNvPr>
          <p:cNvSpPr txBox="1"/>
          <p:nvPr/>
        </p:nvSpPr>
        <p:spPr>
          <a:xfrm>
            <a:off x="7784321" y="2173243"/>
            <a:ext cx="64953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(12.2)</a:t>
            </a:r>
            <a:endParaRPr lang="en-US" sz="1500" dirty="0">
              <a:latin typeface="+mj-lt"/>
            </a:endParaRP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9D4C1670-B0D5-BA83-2A81-F339360E9FF3}"/>
              </a:ext>
            </a:extLst>
          </p:cNvPr>
          <p:cNvSpPr txBox="1"/>
          <p:nvPr/>
        </p:nvSpPr>
        <p:spPr>
          <a:xfrm>
            <a:off x="9939309" y="2173243"/>
            <a:ext cx="64953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(12.1)</a:t>
            </a:r>
            <a:endParaRPr lang="en-US" sz="1500" dirty="0">
              <a:latin typeface="+mj-lt"/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804844C1-05A6-2D92-B31B-484250A49FB1}"/>
              </a:ext>
            </a:extLst>
          </p:cNvPr>
          <p:cNvSpPr txBox="1"/>
          <p:nvPr/>
        </p:nvSpPr>
        <p:spPr>
          <a:xfrm>
            <a:off x="11288437" y="4255936"/>
            <a:ext cx="64953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(14.2)</a:t>
            </a:r>
            <a:endParaRPr lang="en-US" sz="1500" dirty="0">
              <a:latin typeface="+mj-lt"/>
            </a:endParaRP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A5B0BE72-EE02-F790-A759-2788949AA62F}"/>
              </a:ext>
            </a:extLst>
          </p:cNvPr>
          <p:cNvSpPr txBox="1"/>
          <p:nvPr/>
        </p:nvSpPr>
        <p:spPr>
          <a:xfrm>
            <a:off x="9448114" y="5120304"/>
            <a:ext cx="77777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(16C.2)</a:t>
            </a:r>
            <a:endParaRPr lang="en-US" sz="1500" dirty="0">
              <a:latin typeface="+mj-lt"/>
            </a:endParaRP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0D9A538E-2FBC-F2F3-7A97-4CBF0890F0AD}"/>
              </a:ext>
            </a:extLst>
          </p:cNvPr>
          <p:cNvSpPr txBox="1"/>
          <p:nvPr/>
        </p:nvSpPr>
        <p:spPr>
          <a:xfrm>
            <a:off x="9113193" y="4091587"/>
            <a:ext cx="64953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(14.3)</a:t>
            </a:r>
            <a:endParaRPr lang="en-US" sz="1500" dirty="0">
              <a:latin typeface="+mj-lt"/>
            </a:endParaRPr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A582CEAB-1E4B-E29D-E603-FEDB1440148A}"/>
              </a:ext>
            </a:extLst>
          </p:cNvPr>
          <p:cNvSpPr txBox="1"/>
          <p:nvPr/>
        </p:nvSpPr>
        <p:spPr>
          <a:xfrm>
            <a:off x="7541659" y="4463124"/>
            <a:ext cx="50526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(15)</a:t>
            </a:r>
            <a:endParaRPr lang="en-US" sz="1500" dirty="0">
              <a:latin typeface="+mj-lt"/>
            </a:endParaRPr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AFD39DFA-22B4-EA44-2E74-BBD21813E0B0}"/>
              </a:ext>
            </a:extLst>
          </p:cNvPr>
          <p:cNvSpPr txBox="1"/>
          <p:nvPr/>
        </p:nvSpPr>
        <p:spPr>
          <a:xfrm>
            <a:off x="7662944" y="5467984"/>
            <a:ext cx="77777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(16C.1)</a:t>
            </a:r>
            <a:endParaRPr lang="en-US" sz="1500" dirty="0">
              <a:latin typeface="+mj-lt"/>
            </a:endParaRPr>
          </a:p>
        </p:txBody>
      </p:sp>
      <p:sp>
        <p:nvSpPr>
          <p:cNvPr id="282" name="TextBox 281">
            <a:extLst>
              <a:ext uri="{FF2B5EF4-FFF2-40B4-BE49-F238E27FC236}">
                <a16:creationId xmlns:a16="http://schemas.microsoft.com/office/drawing/2014/main" id="{B26CB8C6-C514-F1CC-14F8-64C42E4A17CB}"/>
              </a:ext>
            </a:extLst>
          </p:cNvPr>
          <p:cNvSpPr txBox="1"/>
          <p:nvPr/>
        </p:nvSpPr>
        <p:spPr>
          <a:xfrm>
            <a:off x="5495381" y="5280955"/>
            <a:ext cx="63350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(16C)</a:t>
            </a:r>
            <a:endParaRPr lang="en-US" sz="1500" dirty="0">
              <a:latin typeface="+mj-lt"/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1BE24C1E-94FB-6DB9-1C44-235293F6B6B8}"/>
              </a:ext>
            </a:extLst>
          </p:cNvPr>
          <p:cNvSpPr txBox="1"/>
          <p:nvPr/>
        </p:nvSpPr>
        <p:spPr>
          <a:xfrm>
            <a:off x="4523296" y="5273968"/>
            <a:ext cx="63350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(16B)</a:t>
            </a:r>
            <a:endParaRPr lang="en-US" sz="1500" dirty="0">
              <a:latin typeface="+mj-lt"/>
            </a:endParaRP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1778CC2D-D547-4D70-FA88-31201997BD24}"/>
              </a:ext>
            </a:extLst>
          </p:cNvPr>
          <p:cNvSpPr txBox="1"/>
          <p:nvPr/>
        </p:nvSpPr>
        <p:spPr>
          <a:xfrm>
            <a:off x="2822873" y="4974908"/>
            <a:ext cx="77777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(16B.1)</a:t>
            </a:r>
            <a:endParaRPr lang="en-US" sz="1500" dirty="0">
              <a:latin typeface="+mj-lt"/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1CCD28F8-826B-FC07-FB91-28947CEFF281}"/>
              </a:ext>
            </a:extLst>
          </p:cNvPr>
          <p:cNvSpPr txBox="1"/>
          <p:nvPr/>
        </p:nvSpPr>
        <p:spPr>
          <a:xfrm>
            <a:off x="3778002" y="4813325"/>
            <a:ext cx="64472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(16A)</a:t>
            </a:r>
            <a:endParaRPr lang="en-US" sz="1500" dirty="0">
              <a:latin typeface="+mj-lt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99869131-941E-87CF-3E96-63408E7E167F}"/>
              </a:ext>
            </a:extLst>
          </p:cNvPr>
          <p:cNvSpPr txBox="1"/>
          <p:nvPr/>
        </p:nvSpPr>
        <p:spPr>
          <a:xfrm>
            <a:off x="3453648" y="4190239"/>
            <a:ext cx="64472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(16D)</a:t>
            </a:r>
            <a:endParaRPr lang="en-US" sz="1500" dirty="0">
              <a:latin typeface="+mj-lt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ACEC940B-E761-D45B-3C71-5D34A962B899}"/>
              </a:ext>
            </a:extLst>
          </p:cNvPr>
          <p:cNvSpPr txBox="1"/>
          <p:nvPr/>
        </p:nvSpPr>
        <p:spPr>
          <a:xfrm>
            <a:off x="2047329" y="3405299"/>
            <a:ext cx="50526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(18)</a:t>
            </a:r>
            <a:endParaRPr lang="en-US" sz="1500" dirty="0">
              <a:latin typeface="+mj-lt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06088D57-887B-70CF-0080-9E0171F38698}"/>
              </a:ext>
            </a:extLst>
          </p:cNvPr>
          <p:cNvSpPr txBox="1"/>
          <p:nvPr/>
        </p:nvSpPr>
        <p:spPr>
          <a:xfrm>
            <a:off x="2404446" y="2811741"/>
            <a:ext cx="53732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(7B)</a:t>
            </a:r>
            <a:endParaRPr lang="en-US" sz="1500" dirty="0">
              <a:latin typeface="+mj-lt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BE135A3D-4206-F7E3-D6D6-EA7F5BE88389}"/>
              </a:ext>
            </a:extLst>
          </p:cNvPr>
          <p:cNvSpPr txBox="1"/>
          <p:nvPr/>
        </p:nvSpPr>
        <p:spPr>
          <a:xfrm>
            <a:off x="2498213" y="1945116"/>
            <a:ext cx="54854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(7A)</a:t>
            </a:r>
            <a:endParaRPr lang="en-US" sz="1500" dirty="0">
              <a:latin typeface="+mj-lt"/>
            </a:endParaRPr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A5F7C83A-C0D9-C3BA-39D2-230A1B0A7E84}"/>
              </a:ext>
            </a:extLst>
          </p:cNvPr>
          <p:cNvSpPr txBox="1"/>
          <p:nvPr/>
        </p:nvSpPr>
        <p:spPr>
          <a:xfrm>
            <a:off x="3183240" y="2482755"/>
            <a:ext cx="64953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(17.3)</a:t>
            </a:r>
            <a:endParaRPr lang="en-US" sz="1500" dirty="0">
              <a:latin typeface="+mj-lt"/>
            </a:endParaRP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17D0318E-D31A-40CC-A06C-CF44698FAB89}"/>
              </a:ext>
            </a:extLst>
          </p:cNvPr>
          <p:cNvSpPr txBox="1"/>
          <p:nvPr/>
        </p:nvSpPr>
        <p:spPr>
          <a:xfrm>
            <a:off x="3216024" y="3372192"/>
            <a:ext cx="64953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(17.1)</a:t>
            </a:r>
            <a:endParaRPr lang="en-US" sz="1500" dirty="0">
              <a:latin typeface="+mj-lt"/>
            </a:endParaRPr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19FC8885-F706-6FC7-9244-4DFDBD2CC8B7}"/>
              </a:ext>
            </a:extLst>
          </p:cNvPr>
          <p:cNvSpPr txBox="1"/>
          <p:nvPr/>
        </p:nvSpPr>
        <p:spPr>
          <a:xfrm>
            <a:off x="975341" y="1878291"/>
            <a:ext cx="68159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(7B.1)</a:t>
            </a:r>
            <a:endParaRPr lang="en-US" sz="1500" dirty="0">
              <a:latin typeface="+mj-lt"/>
            </a:endParaRP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108AA94C-3148-7A1C-B256-555FEAD43013}"/>
              </a:ext>
            </a:extLst>
          </p:cNvPr>
          <p:cNvSpPr txBox="1"/>
          <p:nvPr/>
        </p:nvSpPr>
        <p:spPr>
          <a:xfrm>
            <a:off x="1635956" y="1017700"/>
            <a:ext cx="68159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(7B.2)</a:t>
            </a:r>
            <a:endParaRPr lang="en-US" sz="1500" dirty="0">
              <a:latin typeface="+mj-lt"/>
            </a:endParaRPr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261694D5-AB9A-2B9D-606E-BB028723A396}"/>
              </a:ext>
            </a:extLst>
          </p:cNvPr>
          <p:cNvSpPr txBox="1"/>
          <p:nvPr/>
        </p:nvSpPr>
        <p:spPr>
          <a:xfrm>
            <a:off x="3952519" y="1226916"/>
            <a:ext cx="40908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(8)</a:t>
            </a:r>
            <a:endParaRPr lang="en-US" sz="1500" dirty="0">
              <a:latin typeface="+mj-lt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5E87B460-B410-8220-576E-E23E384857B0}"/>
              </a:ext>
            </a:extLst>
          </p:cNvPr>
          <p:cNvSpPr txBox="1"/>
          <p:nvPr/>
        </p:nvSpPr>
        <p:spPr>
          <a:xfrm>
            <a:off x="5910601" y="1226916"/>
            <a:ext cx="40908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(9)</a:t>
            </a:r>
            <a:endParaRPr lang="en-US" sz="1500" dirty="0">
              <a:latin typeface="+mj-lt"/>
            </a:endParaRPr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8C3CAB20-4800-D1ED-0A69-77E11E886F2B}"/>
              </a:ext>
            </a:extLst>
          </p:cNvPr>
          <p:cNvSpPr txBox="1"/>
          <p:nvPr/>
        </p:nvSpPr>
        <p:spPr>
          <a:xfrm>
            <a:off x="7802764" y="1226916"/>
            <a:ext cx="64953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(10.2)</a:t>
            </a:r>
            <a:endParaRPr lang="en-US" sz="1500" dirty="0">
              <a:latin typeface="+mj-lt"/>
            </a:endParaRPr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88A04E50-BAC5-0C94-6CDE-0D9CA0329A0A}"/>
              </a:ext>
            </a:extLst>
          </p:cNvPr>
          <p:cNvSpPr txBox="1"/>
          <p:nvPr/>
        </p:nvSpPr>
        <p:spPr>
          <a:xfrm>
            <a:off x="6492996" y="1849413"/>
            <a:ext cx="64953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(10.1)</a:t>
            </a:r>
            <a:endParaRPr lang="en-US" sz="1500" dirty="0">
              <a:latin typeface="+mj-lt"/>
            </a:endParaRP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23DD19B5-7E29-83A0-1912-E3B127FD3F04}"/>
              </a:ext>
            </a:extLst>
          </p:cNvPr>
          <p:cNvSpPr txBox="1"/>
          <p:nvPr/>
        </p:nvSpPr>
        <p:spPr>
          <a:xfrm>
            <a:off x="4507260" y="3003508"/>
            <a:ext cx="64953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500" dirty="0">
                <a:latin typeface="+mj-lt"/>
              </a:rPr>
              <a:t>(17.2)</a:t>
            </a:r>
            <a:endParaRPr lang="en-US" sz="15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927588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8DCA111-F1F4-4BD9-90EC-77B7AE2010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519920" cy="6845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6837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 descr="Closed book outline">
            <a:extLst>
              <a:ext uri="{FF2B5EF4-FFF2-40B4-BE49-F238E27FC236}">
                <a16:creationId xmlns:a16="http://schemas.microsoft.com/office/drawing/2014/main" id="{8B5A347F-16B0-4C01-CDE5-3DA7EE07C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84960" y="1264920"/>
            <a:ext cx="1183640" cy="1183640"/>
          </a:xfrm>
          <a:prstGeom prst="rect">
            <a:avLst/>
          </a:prstGeom>
        </p:spPr>
      </p:pic>
      <p:pic>
        <p:nvPicPr>
          <p:cNvPr id="5" name="Graphic 4" descr="Closed book outline">
            <a:extLst>
              <a:ext uri="{FF2B5EF4-FFF2-40B4-BE49-F238E27FC236}">
                <a16:creationId xmlns:a16="http://schemas.microsoft.com/office/drawing/2014/main" id="{6579DF6F-E332-F978-F493-883C9FE29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82240" y="1264920"/>
            <a:ext cx="1183640" cy="1183640"/>
          </a:xfrm>
          <a:prstGeom prst="rect">
            <a:avLst/>
          </a:prstGeom>
        </p:spPr>
      </p:pic>
      <p:pic>
        <p:nvPicPr>
          <p:cNvPr id="6" name="Graphic 5" descr="Closed book outline">
            <a:extLst>
              <a:ext uri="{FF2B5EF4-FFF2-40B4-BE49-F238E27FC236}">
                <a16:creationId xmlns:a16="http://schemas.microsoft.com/office/drawing/2014/main" id="{48222A22-CE4D-1805-0AF0-BA5306965C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82240" y="2585720"/>
            <a:ext cx="1183640" cy="1183640"/>
          </a:xfrm>
          <a:prstGeom prst="rect">
            <a:avLst/>
          </a:prstGeom>
        </p:spPr>
      </p:pic>
      <p:pic>
        <p:nvPicPr>
          <p:cNvPr id="7" name="Graphic 6" descr="Closed book outline">
            <a:extLst>
              <a:ext uri="{FF2B5EF4-FFF2-40B4-BE49-F238E27FC236}">
                <a16:creationId xmlns:a16="http://schemas.microsoft.com/office/drawing/2014/main" id="{FD26C7B4-1F6C-12C6-A88D-C0236AEF84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79880" y="2585720"/>
            <a:ext cx="1183640" cy="11836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4D18BFF-8B72-771A-E213-EA8C5BFAC8E7}"/>
              </a:ext>
            </a:extLst>
          </p:cNvPr>
          <p:cNvSpPr txBox="1"/>
          <p:nvPr/>
        </p:nvSpPr>
        <p:spPr>
          <a:xfrm>
            <a:off x="1691423" y="895588"/>
            <a:ext cx="19816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SGK </a:t>
            </a:r>
            <a:r>
              <a:rPr lang="vi-VN" dirty="0"/>
              <a:t>LỊCH SỬ VN</a:t>
            </a:r>
            <a:endParaRPr lang="en-US" dirty="0"/>
          </a:p>
        </p:txBody>
      </p:sp>
      <p:sp>
        <p:nvSpPr>
          <p:cNvPr id="9" name="Cylinder 8">
            <a:extLst>
              <a:ext uri="{FF2B5EF4-FFF2-40B4-BE49-F238E27FC236}">
                <a16:creationId xmlns:a16="http://schemas.microsoft.com/office/drawing/2014/main" id="{F43CF5DF-12CB-D8BF-AFF4-5BED1806DF8F}"/>
              </a:ext>
            </a:extLst>
          </p:cNvPr>
          <p:cNvSpPr/>
          <p:nvPr/>
        </p:nvSpPr>
        <p:spPr>
          <a:xfrm>
            <a:off x="5902960" y="1856740"/>
            <a:ext cx="1899920" cy="1572260"/>
          </a:xfrm>
          <a:prstGeom prst="can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F27885-9A35-F250-7D10-D3DD61E5B54C}"/>
              </a:ext>
            </a:extLst>
          </p:cNvPr>
          <p:cNvSpPr txBox="1"/>
          <p:nvPr/>
        </p:nvSpPr>
        <p:spPr>
          <a:xfrm>
            <a:off x="5552692" y="1258824"/>
            <a:ext cx="2600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/>
              <a:t>DATASET LỊCH SỬ VN</a:t>
            </a:r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FDB0EF4-F1D1-8586-C253-0557B4AF13E0}"/>
              </a:ext>
            </a:extLst>
          </p:cNvPr>
          <p:cNvCxnSpPr/>
          <p:nvPr/>
        </p:nvCxnSpPr>
        <p:spPr>
          <a:xfrm>
            <a:off x="4206240" y="2585720"/>
            <a:ext cx="14813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8BF2CDB-C40A-C74D-69A1-2BF46F00B375}"/>
              </a:ext>
            </a:extLst>
          </p:cNvPr>
          <p:cNvSpPr txBox="1"/>
          <p:nvPr/>
        </p:nvSpPr>
        <p:spPr>
          <a:xfrm>
            <a:off x="3924390" y="2057892"/>
            <a:ext cx="1864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dirty="0"/>
              <a:t>Thu thập dữ liệu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958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6497829-D8FF-F2E4-0A7A-09423295FBEA}"/>
              </a:ext>
            </a:extLst>
          </p:cNvPr>
          <p:cNvSpPr txBox="1"/>
          <p:nvPr/>
        </p:nvSpPr>
        <p:spPr>
          <a:xfrm>
            <a:off x="591671" y="605118"/>
            <a:ext cx="3809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tả</a:t>
            </a:r>
            <a:r>
              <a:rPr lang="en-US" dirty="0"/>
              <a:t> </a:t>
            </a:r>
            <a:r>
              <a:rPr lang="en-US" dirty="0" err="1"/>
              <a:t>quá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thu</a:t>
            </a:r>
            <a:r>
              <a:rPr lang="en-US" dirty="0"/>
              <a:t> </a:t>
            </a:r>
            <a:r>
              <a:rPr lang="en-US" dirty="0" err="1"/>
              <a:t>thập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endParaRPr lang="en-US" dirty="0"/>
          </a:p>
        </p:txBody>
      </p:sp>
      <p:pic>
        <p:nvPicPr>
          <p:cNvPr id="5" name="Picture 4" descr="SA stack of books with a bookmark">
            <a:extLst>
              <a:ext uri="{FF2B5EF4-FFF2-40B4-BE49-F238E27FC236}">
                <a16:creationId xmlns:a16="http://schemas.microsoft.com/office/drawing/2014/main" id="{6E3F6604-BA07-4786-C6BC-5C1375AD78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3839" y="3074508"/>
            <a:ext cx="2346888" cy="22342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6E64CA9-55C8-1D4D-D10E-4CC1A663CD46}"/>
              </a:ext>
            </a:extLst>
          </p:cNvPr>
          <p:cNvSpPr txBox="1"/>
          <p:nvPr/>
        </p:nvSpPr>
        <p:spPr>
          <a:xfrm>
            <a:off x="2412013" y="2435597"/>
            <a:ext cx="1717008" cy="7867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Sách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giáo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khoa</a:t>
            </a:r>
          </a:p>
          <a:p>
            <a:pPr algn="ctr">
              <a:lnSpc>
                <a:spcPct val="150000"/>
              </a:lnSpc>
            </a:pPr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Lịch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Việt Nam</a:t>
            </a:r>
          </a:p>
        </p:txBody>
      </p:sp>
      <p:sp>
        <p:nvSpPr>
          <p:cNvPr id="7" name="Cylinder 6">
            <a:extLst>
              <a:ext uri="{FF2B5EF4-FFF2-40B4-BE49-F238E27FC236}">
                <a16:creationId xmlns:a16="http://schemas.microsoft.com/office/drawing/2014/main" id="{332FD407-45B1-8B63-03C2-2931E3555CE3}"/>
              </a:ext>
            </a:extLst>
          </p:cNvPr>
          <p:cNvSpPr/>
          <p:nvPr/>
        </p:nvSpPr>
        <p:spPr>
          <a:xfrm>
            <a:off x="8005949" y="2779708"/>
            <a:ext cx="2346887" cy="2823882"/>
          </a:xfrm>
          <a:prstGeom prst="can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Kho </a:t>
            </a:r>
            <a:r>
              <a:rPr lang="en-US" sz="16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endParaRPr lang="en-US" sz="16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en-US" sz="16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Lịch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Việt Nam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CE4B27-B07C-3A57-4391-61D5579D75BC}"/>
              </a:ext>
            </a:extLst>
          </p:cNvPr>
          <p:cNvCxnSpPr>
            <a:cxnSpLocks/>
            <a:stCxn id="5" idx="3"/>
            <a:endCxn id="7" idx="2"/>
          </p:cNvCxnSpPr>
          <p:nvPr/>
        </p:nvCxnSpPr>
        <p:spPr>
          <a:xfrm>
            <a:off x="4400727" y="4191649"/>
            <a:ext cx="36052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8B193BF-D9F4-2D52-CF09-9F83F9F743EB}"/>
              </a:ext>
            </a:extLst>
          </p:cNvPr>
          <p:cNvSpPr txBox="1"/>
          <p:nvPr/>
        </p:nvSpPr>
        <p:spPr>
          <a:xfrm>
            <a:off x="5450472" y="3696149"/>
            <a:ext cx="1545616" cy="4174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Thu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thập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46737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074387C-7151-E493-401D-5410235D8517}"/>
              </a:ext>
            </a:extLst>
          </p:cNvPr>
          <p:cNvSpPr txBox="1"/>
          <p:nvPr/>
        </p:nvSpPr>
        <p:spPr>
          <a:xfrm>
            <a:off x="203200" y="348343"/>
            <a:ext cx="3852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tả</a:t>
            </a:r>
            <a:r>
              <a:rPr lang="en-US" dirty="0"/>
              <a:t> </a:t>
            </a:r>
            <a:r>
              <a:rPr lang="en-US" dirty="0" err="1"/>
              <a:t>quá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tiền</a:t>
            </a:r>
            <a:r>
              <a:rPr lang="en-US" dirty="0"/>
              <a:t> </a:t>
            </a:r>
            <a:r>
              <a:rPr lang="en-US" dirty="0" err="1"/>
              <a:t>xử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endParaRPr lang="en-US" dirty="0"/>
          </a:p>
        </p:txBody>
      </p:sp>
      <p:sp>
        <p:nvSpPr>
          <p:cNvPr id="4" name="Cylinder 3">
            <a:extLst>
              <a:ext uri="{FF2B5EF4-FFF2-40B4-BE49-F238E27FC236}">
                <a16:creationId xmlns:a16="http://schemas.microsoft.com/office/drawing/2014/main" id="{FA213825-21FB-D393-25C1-EDD9B72EC561}"/>
              </a:ext>
            </a:extLst>
          </p:cNvPr>
          <p:cNvSpPr/>
          <p:nvPr/>
        </p:nvSpPr>
        <p:spPr>
          <a:xfrm>
            <a:off x="1727197" y="1178895"/>
            <a:ext cx="3077029" cy="1146628"/>
          </a:xfrm>
          <a:prstGeom prst="can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Lịch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Việt Nam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66BEAD6-C222-7228-EB97-818F29BBF5A4}"/>
              </a:ext>
            </a:extLst>
          </p:cNvPr>
          <p:cNvSpPr/>
          <p:nvPr/>
        </p:nvSpPr>
        <p:spPr>
          <a:xfrm>
            <a:off x="1727196" y="3182257"/>
            <a:ext cx="3077029" cy="49348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Loại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bỏ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trùng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D5B7AA2-9D05-9670-3CD5-4C61D3BCBB2B}"/>
              </a:ext>
            </a:extLst>
          </p:cNvPr>
          <p:cNvSpPr/>
          <p:nvPr/>
        </p:nvSpPr>
        <p:spPr>
          <a:xfrm>
            <a:off x="1727195" y="4532477"/>
            <a:ext cx="3077029" cy="49348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Chuẩn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hóa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dạng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C3E0BC4-0FAF-8C46-689D-0849E5990CAF}"/>
              </a:ext>
            </a:extLst>
          </p:cNvPr>
          <p:cNvSpPr/>
          <p:nvPr/>
        </p:nvSpPr>
        <p:spPr>
          <a:xfrm>
            <a:off x="6096000" y="1959428"/>
            <a:ext cx="3077029" cy="49348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Thống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kê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1E55AF0-BC6B-A76D-D104-35360C50726C}"/>
              </a:ext>
            </a:extLst>
          </p:cNvPr>
          <p:cNvSpPr/>
          <p:nvPr/>
        </p:nvSpPr>
        <p:spPr>
          <a:xfrm>
            <a:off x="6095999" y="3429000"/>
            <a:ext cx="3077029" cy="49348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đoạn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Cylinder 10">
            <a:extLst>
              <a:ext uri="{FF2B5EF4-FFF2-40B4-BE49-F238E27FC236}">
                <a16:creationId xmlns:a16="http://schemas.microsoft.com/office/drawing/2014/main" id="{1F94BD18-380C-ED8C-E224-998E4ADE3417}"/>
              </a:ext>
            </a:extLst>
          </p:cNvPr>
          <p:cNvSpPr/>
          <p:nvPr/>
        </p:nvSpPr>
        <p:spPr>
          <a:xfrm>
            <a:off x="6095999" y="4898572"/>
            <a:ext cx="3077029" cy="1146628"/>
          </a:xfrm>
          <a:prstGeom prst="can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chuẩn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hóa</a:t>
            </a: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A729E3A-7C20-7C54-406E-B3A88C00CD88}"/>
              </a:ext>
            </a:extLst>
          </p:cNvPr>
          <p:cNvCxnSpPr>
            <a:stCxn id="4" idx="3"/>
            <a:endCxn id="5" idx="0"/>
          </p:cNvCxnSpPr>
          <p:nvPr/>
        </p:nvCxnSpPr>
        <p:spPr>
          <a:xfrm flipH="1">
            <a:off x="3265711" y="2325523"/>
            <a:ext cx="1" cy="8567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D8FACA-E638-D9B7-BD93-6CA2533B974E}"/>
              </a:ext>
            </a:extLst>
          </p:cNvPr>
          <p:cNvCxnSpPr/>
          <p:nvPr/>
        </p:nvCxnSpPr>
        <p:spPr>
          <a:xfrm flipH="1">
            <a:off x="3265708" y="3675743"/>
            <a:ext cx="1" cy="8567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E060477-1CCF-6479-36F5-35D4304BC48D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flipH="1">
            <a:off x="7634514" y="2452914"/>
            <a:ext cx="1" cy="9760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CF5B3E-3D13-3D5F-E1B4-0509537BCD62}"/>
              </a:ext>
            </a:extLst>
          </p:cNvPr>
          <p:cNvCxnSpPr>
            <a:cxnSpLocks/>
            <a:stCxn id="8" idx="2"/>
            <a:endCxn id="11" idx="1"/>
          </p:cNvCxnSpPr>
          <p:nvPr/>
        </p:nvCxnSpPr>
        <p:spPr>
          <a:xfrm>
            <a:off x="7634514" y="3922486"/>
            <a:ext cx="0" cy="9760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964F5165-9267-B007-0868-3EB17AFC93D1}"/>
              </a:ext>
            </a:extLst>
          </p:cNvPr>
          <p:cNvCxnSpPr>
            <a:stCxn id="6" idx="3"/>
            <a:endCxn id="7" idx="1"/>
          </p:cNvCxnSpPr>
          <p:nvPr/>
        </p:nvCxnSpPr>
        <p:spPr>
          <a:xfrm flipV="1">
            <a:off x="4804224" y="2206171"/>
            <a:ext cx="1291776" cy="257304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D303870-B68F-0187-206C-9F78F33C4E0F}"/>
              </a:ext>
            </a:extLst>
          </p:cNvPr>
          <p:cNvSpPr/>
          <p:nvPr/>
        </p:nvSpPr>
        <p:spPr>
          <a:xfrm>
            <a:off x="1248229" y="952500"/>
            <a:ext cx="8316685" cy="5557157"/>
          </a:xfrm>
          <a:prstGeom prst="roundRect">
            <a:avLst/>
          </a:prstGeom>
          <a:noFill/>
          <a:ln>
            <a:solidFill>
              <a:srgbClr val="FFC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604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C3B24D-E97B-2982-21AB-8F7CB06C7A45}"/>
              </a:ext>
            </a:extLst>
          </p:cNvPr>
          <p:cNvSpPr txBox="1"/>
          <p:nvPr/>
        </p:nvSpPr>
        <p:spPr>
          <a:xfrm>
            <a:off x="282388" y="349624"/>
            <a:ext cx="5611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Minh </a:t>
            </a:r>
            <a:r>
              <a:rPr lang="en-US" dirty="0" err="1"/>
              <a:t>họa</a:t>
            </a:r>
            <a:r>
              <a:rPr lang="en-US" dirty="0"/>
              <a:t> </a:t>
            </a:r>
            <a:r>
              <a:rPr lang="en-US" dirty="0" err="1"/>
              <a:t>tại</a:t>
            </a:r>
            <a:r>
              <a:rPr lang="en-US" dirty="0"/>
              <a:t> </a:t>
            </a:r>
            <a:r>
              <a:rPr lang="en-US" dirty="0" err="1"/>
              <a:t>sao</a:t>
            </a:r>
            <a:r>
              <a:rPr lang="en-US" dirty="0"/>
              <a:t> </a:t>
            </a:r>
            <a:r>
              <a:rPr lang="en-US" dirty="0" err="1"/>
              <a:t>phải</a:t>
            </a:r>
            <a:r>
              <a:rPr lang="en-US" dirty="0"/>
              <a:t> </a:t>
            </a:r>
            <a:r>
              <a:rPr lang="en-US" dirty="0" err="1"/>
              <a:t>đánh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embedding</a:t>
            </a:r>
          </a:p>
        </p:txBody>
      </p:sp>
      <p:sp>
        <p:nvSpPr>
          <p:cNvPr id="3" name="Cylinder 2">
            <a:extLst>
              <a:ext uri="{FF2B5EF4-FFF2-40B4-BE49-F238E27FC236}">
                <a16:creationId xmlns:a16="http://schemas.microsoft.com/office/drawing/2014/main" id="{EFD720A1-B5A9-025E-F0E1-35974EF4CB3C}"/>
              </a:ext>
            </a:extLst>
          </p:cNvPr>
          <p:cNvSpPr/>
          <p:nvPr/>
        </p:nvSpPr>
        <p:spPr>
          <a:xfrm>
            <a:off x="282388" y="3507485"/>
            <a:ext cx="2918012" cy="1405419"/>
          </a:xfrm>
          <a:prstGeom prst="ca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chuẩn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hóa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D554426-02F7-6201-3382-1D1AE96B3CE9}"/>
              </a:ext>
            </a:extLst>
          </p:cNvPr>
          <p:cNvSpPr/>
          <p:nvPr/>
        </p:nvSpPr>
        <p:spPr>
          <a:xfrm>
            <a:off x="4199664" y="2161516"/>
            <a:ext cx="3106270" cy="56477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5077656-6A4D-58F0-8A7A-9FBD56E062FD}"/>
              </a:ext>
            </a:extLst>
          </p:cNvPr>
          <p:cNvSpPr/>
          <p:nvPr/>
        </p:nvSpPr>
        <p:spPr>
          <a:xfrm>
            <a:off x="4199664" y="2864225"/>
            <a:ext cx="3106270" cy="56477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4119826-8CDE-7B01-CE12-92B08DA695BA}"/>
              </a:ext>
            </a:extLst>
          </p:cNvPr>
          <p:cNvSpPr/>
          <p:nvPr/>
        </p:nvSpPr>
        <p:spPr>
          <a:xfrm>
            <a:off x="4199664" y="3566934"/>
            <a:ext cx="3106270" cy="56477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509198A-0DC1-1DD7-2B6F-2F4D3465A857}"/>
              </a:ext>
            </a:extLst>
          </p:cNvPr>
          <p:cNvSpPr/>
          <p:nvPr/>
        </p:nvSpPr>
        <p:spPr>
          <a:xfrm>
            <a:off x="4199664" y="4269643"/>
            <a:ext cx="3106270" cy="56477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9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52C132B-786B-4BBA-58ED-644F7C300F16}"/>
              </a:ext>
            </a:extLst>
          </p:cNvPr>
          <p:cNvSpPr/>
          <p:nvPr/>
        </p:nvSpPr>
        <p:spPr>
          <a:xfrm>
            <a:off x="8628642" y="1810160"/>
            <a:ext cx="3106270" cy="126748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embedding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02AFE56-144B-3D67-0AA6-792A70207318}"/>
              </a:ext>
            </a:extLst>
          </p:cNvPr>
          <p:cNvSpPr/>
          <p:nvPr/>
        </p:nvSpPr>
        <p:spPr>
          <a:xfrm>
            <a:off x="8628642" y="3849321"/>
            <a:ext cx="3106270" cy="56477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D85151E-3E44-E803-2997-4A581D50A246}"/>
              </a:ext>
            </a:extLst>
          </p:cNvPr>
          <p:cNvCxnSpPr>
            <a:cxnSpLocks/>
            <a:stCxn id="3" idx="4"/>
            <a:endCxn id="7" idx="1"/>
          </p:cNvCxnSpPr>
          <p:nvPr/>
        </p:nvCxnSpPr>
        <p:spPr>
          <a:xfrm>
            <a:off x="3200400" y="4210195"/>
            <a:ext cx="999264" cy="34183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3B416591-AA92-CD3B-CB62-161FE2288E92}"/>
              </a:ext>
            </a:extLst>
          </p:cNvPr>
          <p:cNvCxnSpPr>
            <a:cxnSpLocks/>
            <a:stCxn id="3" idx="4"/>
            <a:endCxn id="6" idx="1"/>
          </p:cNvCxnSpPr>
          <p:nvPr/>
        </p:nvCxnSpPr>
        <p:spPr>
          <a:xfrm flipV="1">
            <a:off x="3200400" y="3849322"/>
            <a:ext cx="999264" cy="3608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DA66796E-470B-F597-8EB2-BA2BC0D79DFB}"/>
              </a:ext>
            </a:extLst>
          </p:cNvPr>
          <p:cNvCxnSpPr>
            <a:cxnSpLocks/>
            <a:stCxn id="3" idx="4"/>
            <a:endCxn id="5" idx="1"/>
          </p:cNvCxnSpPr>
          <p:nvPr/>
        </p:nvCxnSpPr>
        <p:spPr>
          <a:xfrm flipV="1">
            <a:off x="3200400" y="3146613"/>
            <a:ext cx="999264" cy="106358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82234F0-BED0-EFF6-A032-BC295D83E412}"/>
              </a:ext>
            </a:extLst>
          </p:cNvPr>
          <p:cNvCxnSpPr>
            <a:cxnSpLocks/>
            <a:stCxn id="3" idx="4"/>
            <a:endCxn id="4" idx="1"/>
          </p:cNvCxnSpPr>
          <p:nvPr/>
        </p:nvCxnSpPr>
        <p:spPr>
          <a:xfrm flipV="1">
            <a:off x="3200400" y="2443904"/>
            <a:ext cx="999264" cy="17662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33CD101D-6DFE-141C-1EA5-3FA099A1402B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 flipV="1">
            <a:off x="7305934" y="2443903"/>
            <a:ext cx="1322708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3BD9F433-E4E8-0D2A-74D6-95D14C182EBD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 flipV="1">
            <a:off x="7305934" y="2443903"/>
            <a:ext cx="1322708" cy="70271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D7DA4822-67CF-5A59-146F-E542C24B2290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7305934" y="2443903"/>
            <a:ext cx="1322708" cy="14054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EDE7D1EE-109E-83EC-0BD9-4020CD37FCCC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7305934" y="2443903"/>
            <a:ext cx="1322708" cy="21081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49B7D38-4D52-C275-261C-25F35EDADFA9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10181777" y="3077645"/>
            <a:ext cx="0" cy="7716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35517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602</TotalTime>
  <Words>478</Words>
  <Application>Microsoft Office PowerPoint</Application>
  <PresentationFormat>Widescreen</PresentationFormat>
  <Paragraphs>123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Úc Ngô Văn</dc:creator>
  <cp:lastModifiedBy>Úc Ngô Văn</cp:lastModifiedBy>
  <cp:revision>319</cp:revision>
  <dcterms:created xsi:type="dcterms:W3CDTF">2025-05-23T12:28:00Z</dcterms:created>
  <dcterms:modified xsi:type="dcterms:W3CDTF">2025-05-26T17:31:33Z</dcterms:modified>
</cp:coreProperties>
</file>