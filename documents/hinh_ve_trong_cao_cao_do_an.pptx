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3" r:id="rId2"/>
    <p:sldId id="264" r:id="rId3"/>
    <p:sldId id="265" r:id="rId4"/>
    <p:sldId id="261" r:id="rId5"/>
    <p:sldId id="266" r:id="rId6"/>
    <p:sldId id="267" r:id="rId7"/>
    <p:sldId id="260" r:id="rId8"/>
    <p:sldId id="262" r:id="rId9"/>
    <p:sldId id="269" r:id="rId10"/>
    <p:sldId id="268" r:id="rId11"/>
    <p:sldId id="272" r:id="rId12"/>
    <p:sldId id="271" r:id="rId13"/>
    <p:sldId id="274" r:id="rId14"/>
    <p:sldId id="273" r:id="rId15"/>
    <p:sldId id="276" r:id="rId16"/>
    <p:sldId id="275" r:id="rId17"/>
    <p:sldId id="278" r:id="rId18"/>
    <p:sldId id="277" r:id="rId19"/>
    <p:sldId id="280" r:id="rId20"/>
    <p:sldId id="27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66" d="100"/>
          <a:sy n="66" d="100"/>
        </p:scale>
        <p:origin x="876" y="-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+mj-lt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</TotalTime>
  <Words>1484</Words>
  <Application>Microsoft Office PowerPoint</Application>
  <PresentationFormat>Widescreen</PresentationFormat>
  <Paragraphs>322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540</cp:revision>
  <dcterms:created xsi:type="dcterms:W3CDTF">2025-05-23T12:28:00Z</dcterms:created>
  <dcterms:modified xsi:type="dcterms:W3CDTF">2025-05-28T09:47:09Z</dcterms:modified>
</cp:coreProperties>
</file>