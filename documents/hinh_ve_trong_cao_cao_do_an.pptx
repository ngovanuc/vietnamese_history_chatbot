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63" r:id="rId2"/>
    <p:sldId id="264" r:id="rId3"/>
    <p:sldId id="282" r:id="rId4"/>
    <p:sldId id="283" r:id="rId5"/>
    <p:sldId id="284" r:id="rId6"/>
    <p:sldId id="285" r:id="rId7"/>
    <p:sldId id="265" r:id="rId8"/>
    <p:sldId id="281" r:id="rId9"/>
    <p:sldId id="261" r:id="rId10"/>
    <p:sldId id="266" r:id="rId11"/>
    <p:sldId id="267" r:id="rId12"/>
    <p:sldId id="260" r:id="rId13"/>
    <p:sldId id="262" r:id="rId14"/>
    <p:sldId id="269" r:id="rId15"/>
    <p:sldId id="268" r:id="rId16"/>
    <p:sldId id="272" r:id="rId17"/>
    <p:sldId id="271" r:id="rId18"/>
    <p:sldId id="274" r:id="rId19"/>
    <p:sldId id="273" r:id="rId20"/>
    <p:sldId id="276" r:id="rId21"/>
    <p:sldId id="275" r:id="rId22"/>
    <p:sldId id="278" r:id="rId23"/>
    <p:sldId id="277" r:id="rId24"/>
    <p:sldId id="280" r:id="rId25"/>
    <p:sldId id="279" r:id="rId26"/>
    <p:sldId id="27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AEE2"/>
    <a:srgbClr val="9EC4E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66" d="100"/>
          <a:sy n="66" d="100"/>
        </p:scale>
        <p:origin x="876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84353" y="488573"/>
            <a:ext cx="1947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Turing Test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Syntactic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732892" y="485001"/>
            <a:ext cx="2059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Conceptual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Dependency Theory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301370" y="485001"/>
            <a:ext cx="2256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Augmented Transition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96971" y="485001"/>
            <a:ext cx="2273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Symbolic NLP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1227751" y="5330428"/>
            <a:ext cx="1461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Statistic NLP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rgbClr val="7AAE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83364" y="5468927"/>
            <a:ext cx="2358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rgbClr val="9EC4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6285673" y="5334000"/>
            <a:ext cx="22832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NLP với NN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Sự xuất hiện của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rgbClr val="7AAE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rgbClr val="9EC4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534400" y="1228634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708572" y="2969260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534400" y="4709886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stCxn id="3" idx="7"/>
            <a:endCxn id="6" idx="1"/>
          </p:cNvCxnSpPr>
          <p:nvPr/>
        </p:nvCxnSpPr>
        <p:spPr>
          <a:xfrm flipV="1">
            <a:off x="6742578" y="1688374"/>
            <a:ext cx="179182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79182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6981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5181600" y="7924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0521" y="1950721"/>
            <a:ext cx="1264920" cy="2606039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5260" y="3040380"/>
            <a:ext cx="2529841" cy="169164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66559" y="1950720"/>
            <a:ext cx="1264920" cy="2606039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76898" y="3040382"/>
            <a:ext cx="2529844" cy="169164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437001" y="3949184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9718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263640" y="481584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263640" y="233934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263640" y="357759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263640" y="110109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800600" y="159639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800600" y="283464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800600" y="342900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800600" y="342900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1682</Words>
  <Application>Microsoft Office PowerPoint</Application>
  <PresentationFormat>Widescreen</PresentationFormat>
  <Paragraphs>389</Paragraphs>
  <Slides>26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549</cp:revision>
  <dcterms:created xsi:type="dcterms:W3CDTF">2025-05-23T12:28:00Z</dcterms:created>
  <dcterms:modified xsi:type="dcterms:W3CDTF">2025-05-29T03:06:20Z</dcterms:modified>
</cp:coreProperties>
</file>