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4"/>
  </p:notesMasterIdLst>
  <p:sldIdLst>
    <p:sldId id="263" r:id="rId2"/>
    <p:sldId id="264" r:id="rId3"/>
    <p:sldId id="265" r:id="rId4"/>
    <p:sldId id="281" r:id="rId5"/>
    <p:sldId id="261" r:id="rId6"/>
    <p:sldId id="266" r:id="rId7"/>
    <p:sldId id="267" r:id="rId8"/>
    <p:sldId id="260" r:id="rId9"/>
    <p:sldId id="262" r:id="rId10"/>
    <p:sldId id="269" r:id="rId11"/>
    <p:sldId id="268" r:id="rId12"/>
    <p:sldId id="272" r:id="rId13"/>
    <p:sldId id="271" r:id="rId14"/>
    <p:sldId id="274" r:id="rId15"/>
    <p:sldId id="273" r:id="rId16"/>
    <p:sldId id="276" r:id="rId17"/>
    <p:sldId id="275" r:id="rId18"/>
    <p:sldId id="278" r:id="rId19"/>
    <p:sldId id="277" r:id="rId20"/>
    <p:sldId id="280" r:id="rId21"/>
    <p:sldId id="279" r:id="rId22"/>
    <p:sldId id="270" r:id="rId2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83779" autoAdjust="0"/>
  </p:normalViewPr>
  <p:slideViewPr>
    <p:cSldViewPr snapToGrid="0">
      <p:cViewPr>
        <p:scale>
          <a:sx n="66" d="100"/>
          <a:sy n="66" d="100"/>
        </p:scale>
        <p:origin x="876" y="-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699B688-3183-4F5A-8B47-70F70E2DF15B}" type="datetimeFigureOut">
              <a:rPr lang="en-US" smtClean="0"/>
              <a:t>5/28/2025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59F4E64-33AD-4E03-A94E-822473CE3B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780428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vi-VN"/>
              <a:t>Timeline lược sử về NLP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9F4E64-33AD-4E03-A94E-822473CE3B48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91637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vi-VN"/>
              <a:t>Hình minh họa các tác vụ NLP phổ biến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9F4E64-33AD-4E03-A94E-822473CE3B48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055642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vi-VN"/>
              <a:t>Minh hoạ phát biểu bài toán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9F4E64-33AD-4E03-A94E-822473CE3B48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503753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Mô tả phát biểu bài toán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9F4E64-33AD-4E03-A94E-822473CE3B48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147613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vi-VN"/>
              <a:t>Biểu đồ phương pháp đề xuất từ đầu tới cuối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9F4E64-33AD-4E03-A94E-822473CE3B48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366719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vi-VN"/>
              <a:t>Các bước thu thập dữ liệu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9F4E64-33AD-4E03-A94E-822473CE3B48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038814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vi-VN"/>
              <a:t>Các bước tiền xử lý dữ liệu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9F4E64-33AD-4E03-A94E-822473CE3B48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9216661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/>
              <a:t>Minh họa tại sao phải đánh giá các mô hình embedding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9F4E64-33AD-4E03-A94E-822473CE3B48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010374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vi-VN"/>
              <a:t>Biểu đồ usecase đăng ký/đăng nhập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9F4E64-33AD-4E03-A94E-822473CE3B48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338304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Biểu đồ chức năng đăng nhập – đăng ký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9F4E64-33AD-4E03-A94E-822473CE3B48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945392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Biểu đồ use case chức năng người dùng cài đặt tùy chọn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9F4E64-33AD-4E03-A94E-822473CE3B48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896821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Biểu đồ chức năng người dùng cài đặt tùy chọn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9F4E64-33AD-4E03-A94E-822473CE3B48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5450963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Biểu đồ use case chức năng khởi tạo starter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9F4E64-33AD-4E03-A94E-822473CE3B48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739180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Biểu đồ chức năng của chức năng khởi tạo starter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9F4E64-33AD-4E03-A94E-822473CE3B48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8939907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Biểu đồ usecase của chức năng trò chuyện văn b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9F4E64-33AD-4E03-A94E-822473CE3B48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2454543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Biểu đồ chức năng của chức năng trò chuyện văn bản.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9F4E64-33AD-4E03-A94E-822473CE3B48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85672054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Biểu đồ use case chức năng trò chuyện âm thanh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9F4E64-33AD-4E03-A94E-822473CE3B48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9826595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Biểu đồ chức năng của chức năng trò chuyện âm thanh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9F4E64-33AD-4E03-A94E-822473CE3B48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8376165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Biểu đồ use case chức năng tăng cường trí nhớ hội thoại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9F4E64-33AD-4E03-A94E-822473CE3B48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7796367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Biểu đồ chức năng của chức năng tăng cường trí nhớ hội thoại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9F4E64-33AD-4E03-A94E-822473CE3B48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994773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vi-VN"/>
              <a:t>Style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9F4E64-33AD-4E03-A94E-822473CE3B48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664640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638912-86F2-F9F0-00D3-990E0B75447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7A113A2-A0A7-B188-7501-24DAD1C7062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3D9CCA3-C8F8-59A8-896E-8F81F45B48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74BF1E-CB95-4284-9B4D-720351FD5384}" type="datetimeFigureOut">
              <a:rPr lang="en-US" smtClean="0"/>
              <a:t>5/28/2025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EC921C3-8091-F0A5-217C-2B4CF793B6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2EF98E6-AC1B-C042-A86D-2CDA93F450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DF6B3E-26FC-44DD-8368-BB9239BA3F9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767923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49EA97-63A1-E6EE-C033-79107652CA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6EC918F-1E53-773B-915C-EB50A950C4A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8864DD9-9B7B-ED0F-5AD1-F1E240F217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74BF1E-CB95-4284-9B4D-720351FD5384}" type="datetimeFigureOut">
              <a:rPr lang="en-US" smtClean="0"/>
              <a:t>5/28/2025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97AC0C4-0AFA-30E5-3867-A6C30370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F9D7F20-4B6C-A796-DE93-D3498ED312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DF6B3E-26FC-44DD-8368-BB9239BA3F9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034815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3FB530-8D97-C682-200C-B82389A6F2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1AE48CB-E3D0-3F6B-51AA-695B78778A3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D87A2CF-8223-607E-FAD4-0FE7F4EA79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74BF1E-CB95-4284-9B4D-720351FD5384}" type="datetimeFigureOut">
              <a:rPr lang="en-US" smtClean="0"/>
              <a:t>5/28/2025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26FCF7E-EDFD-63DD-DF7C-06918EE55A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7F41494-1C6C-8D6D-0D1B-AB72B96E8D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DF6B3E-26FC-44DD-8368-BB9239BA3F9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953480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F67DBE-5C24-BAEE-2510-7FB8F218AF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B1556E-BBCB-C168-E051-5560F81BE70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EC091E1-59D0-9DA3-D74D-C3F3779A4AE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ED3CC07-69A7-5A64-5D70-F8A70B0E96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74BF1E-CB95-4284-9B4D-720351FD5384}" type="datetimeFigureOut">
              <a:rPr lang="en-US" smtClean="0"/>
              <a:t>5/28/2025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2D9205C-D24C-55AE-18CF-6ED3F97B0D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0033A4F-B594-ACB3-453B-D3E23FF96F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DF6B3E-26FC-44DD-8368-BB9239BA3F9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982480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27D283-E85A-3282-15DF-247A7B2625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4A7CA19-187C-A5E8-BC3E-BD997BE9063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D189F4C-C304-0EFD-967B-DFC77717431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8A8BE78-3FF5-F381-601A-DFC0C216D4A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B7A8C23-94E5-BBCF-66F0-1AC1341CD88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FFD67A2-BA88-1C47-A4F1-55CFC8A430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74BF1E-CB95-4284-9B4D-720351FD5384}" type="datetimeFigureOut">
              <a:rPr lang="en-US" smtClean="0"/>
              <a:t>5/28/2025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DA7164F-3659-A8D8-23A1-FDF683515A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9A2B98E-C056-4234-E54B-F2681D6085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DF6B3E-26FC-44DD-8368-BB9239BA3F9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973605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9ADD8A-9D6B-CBFD-B738-09658CF188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A7BA658-0076-E468-FB6F-4C30276B28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74BF1E-CB95-4284-9B4D-720351FD5384}" type="datetimeFigureOut">
              <a:rPr lang="en-US" smtClean="0"/>
              <a:t>5/28/2025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4F30A00-A54D-BEE2-C528-E15E28E7CB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59A0B25-13F9-8AF6-2E65-226AE92E22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DF6B3E-26FC-44DD-8368-BB9239BA3F9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589153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ACF404E-8DA5-F200-9821-22186054F9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74BF1E-CB95-4284-9B4D-720351FD5384}" type="datetimeFigureOut">
              <a:rPr lang="en-US" smtClean="0"/>
              <a:t>5/28/2025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65AEEC9-BF2E-B4E6-BF97-C1EE6E7188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D5CBD3E-C3AA-4936-1142-7A0FC5FD81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DF6B3E-26FC-44DD-8368-BB9239BA3F9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9887152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A36A5B-3398-8830-9034-521E5C1D4D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2041C90-ACFC-9213-D50D-5AEC4867917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1C36A73-460C-5C7D-E7FB-15E18CDE69D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BB1F0BE-1658-A687-E90E-C7B5376DBF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74BF1E-CB95-4284-9B4D-720351FD5384}" type="datetimeFigureOut">
              <a:rPr lang="en-US" smtClean="0"/>
              <a:t>5/28/2025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9501CCF-DE5B-8907-3CDF-9DFD543D42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4A6A6F0-9D3B-F27F-A230-1BCF404AA9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DF6B3E-26FC-44DD-8368-BB9239BA3F9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618711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FEE088-D236-5AA4-2D05-C930E96FB8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237473F-786D-679D-F2EA-5A34B7B879C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58F35B4-1A19-9F01-C805-BDAF2AB2B9B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FDE30A4-387B-BFBD-38E0-B80918BA7E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74BF1E-CB95-4284-9B4D-720351FD5384}" type="datetimeFigureOut">
              <a:rPr lang="en-US" smtClean="0"/>
              <a:t>5/28/2025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7D3D2BE-6D80-AFFA-4784-4ECB16A56A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CA9A9E8-E1BE-6D64-55F5-126A1C8F5E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DF6B3E-26FC-44DD-8368-BB9239BA3F9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711318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869B8B-7540-5544-DD63-0551D902FA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A229DB5-807D-FEC5-B64E-38B3DCC9290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D571F61-FE4D-68AB-8083-EBFD3DA0F1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74BF1E-CB95-4284-9B4D-720351FD5384}" type="datetimeFigureOut">
              <a:rPr lang="en-US" smtClean="0"/>
              <a:t>5/28/2025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50719EE-31E7-4A27-E40C-ABAB6C226A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020F318-AD70-3876-F866-F1A194989A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DF6B3E-26FC-44DD-8368-BB9239BA3F9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282719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368D4C2-7177-75A2-B78A-BB0DB552B25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A64754C-76DD-7D90-5C63-BFF663E46F3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FD2A031-C4DC-4E2B-31FF-07ABB15776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74BF1E-CB95-4284-9B4D-720351FD5384}" type="datetimeFigureOut">
              <a:rPr lang="en-US" smtClean="0"/>
              <a:t>5/28/2025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5299EF5-1F09-E28D-CF5A-20D9DD6433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555D9F2-C84E-E8E4-6B4C-69A45C007E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DF6B3E-26FC-44DD-8368-BB9239BA3F9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553334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93709FE-8CA2-1CDF-E3A4-62253527AD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13A3EAC-A920-E5C2-E1FB-AF2B580BF1C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BBD1692-CBA2-55EE-6F3E-2107F2BB79E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274BF1E-CB95-4284-9B4D-720351FD5384}" type="datetimeFigureOut">
              <a:rPr lang="en-US" smtClean="0"/>
              <a:t>5/28/2025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09659BD-E0A4-2DDC-2EE2-DDF5077B38F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E86862B-1C71-34CC-AC63-A8F8BD93D6A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4DF6B3E-26FC-44DD-8368-BB9239BA3F9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395781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sv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.svg"/><Relationship Id="rId5" Type="http://schemas.openxmlformats.org/officeDocument/2006/relationships/image" Target="../media/image3.png"/><Relationship Id="rId10" Type="http://schemas.openxmlformats.org/officeDocument/2006/relationships/image" Target="../media/image8.svg"/><Relationship Id="rId4" Type="http://schemas.openxmlformats.org/officeDocument/2006/relationships/image" Target="../media/image2.svg"/><Relationship Id="rId9" Type="http://schemas.openxmlformats.org/officeDocument/2006/relationships/image" Target="../media/image7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sv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1.svg"/><Relationship Id="rId4" Type="http://schemas.openxmlformats.org/officeDocument/2006/relationships/image" Target="../media/image10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sv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sv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sv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sv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sv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svg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7007191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405192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8" name="Group 27">
            <a:extLst>
              <a:ext uri="{FF2B5EF4-FFF2-40B4-BE49-F238E27FC236}">
                <a16:creationId xmlns:a16="http://schemas.microsoft.com/office/drawing/2014/main" id="{AE233FCD-A73B-BF5A-89BC-EF7D88289D77}"/>
              </a:ext>
            </a:extLst>
          </p:cNvPr>
          <p:cNvGrpSpPr/>
          <p:nvPr/>
        </p:nvGrpSpPr>
        <p:grpSpPr>
          <a:xfrm>
            <a:off x="2368453" y="1876234"/>
            <a:ext cx="7455094" cy="2389544"/>
            <a:chOff x="2368453" y="1876234"/>
            <a:chExt cx="7455094" cy="2389544"/>
          </a:xfrm>
        </p:grpSpPr>
        <p:pic>
          <p:nvPicPr>
            <p:cNvPr id="2" name="Graphic 1" descr="User with solid fill">
              <a:extLst>
                <a:ext uri="{FF2B5EF4-FFF2-40B4-BE49-F238E27FC236}">
                  <a16:creationId xmlns:a16="http://schemas.microsoft.com/office/drawing/2014/main" id="{0AEC3D1E-F089-B43D-0216-BF41D47544A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2388317" y="2493819"/>
              <a:ext cx="1617534" cy="1617534"/>
            </a:xfrm>
            <a:prstGeom prst="rect">
              <a:avLst/>
            </a:prstGeom>
          </p:spPr>
        </p:pic>
        <p:pic>
          <p:nvPicPr>
            <p:cNvPr id="6" name="Graphic 5" descr="Artificial Intelligence with solid fill">
              <a:extLst>
                <a:ext uri="{FF2B5EF4-FFF2-40B4-BE49-F238E27FC236}">
                  <a16:creationId xmlns:a16="http://schemas.microsoft.com/office/drawing/2014/main" id="{BD1C43E2-245C-62FE-B545-E7A26F9FA183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 flipH="1">
              <a:off x="7790927" y="2567078"/>
              <a:ext cx="1432883" cy="1432883"/>
            </a:xfrm>
            <a:prstGeom prst="rect">
              <a:avLst/>
            </a:prstGeom>
          </p:spPr>
        </p:pic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8B547557-E334-4526-9085-DA87CEF770C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111484" y="3407678"/>
              <a:ext cx="3367716" cy="1079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FF9E48F7-EBEE-41F1-300D-0025F9B71EDA}"/>
                </a:ext>
              </a:extLst>
            </p:cNvPr>
            <p:cNvCxnSpPr/>
            <p:nvPr/>
          </p:nvCxnSpPr>
          <p:spPr>
            <a:xfrm flipH="1">
              <a:off x="4111484" y="3626426"/>
              <a:ext cx="3367717" cy="0"/>
            </a:xfrm>
            <a:prstGeom prst="straightConnector1">
              <a:avLst/>
            </a:prstGeom>
            <a:ln>
              <a:prstDash val="dash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pic>
          <p:nvPicPr>
            <p:cNvPr id="16" name="Graphic 15" descr="Chat bubble with solid fill">
              <a:extLst>
                <a:ext uri="{FF2B5EF4-FFF2-40B4-BE49-F238E27FC236}">
                  <a16:creationId xmlns:a16="http://schemas.microsoft.com/office/drawing/2014/main" id="{4581E8B4-D686-72B6-8565-06F5CF40E761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3389344" y="2322181"/>
              <a:ext cx="510016" cy="510016"/>
            </a:xfrm>
            <a:prstGeom prst="rect">
              <a:avLst/>
            </a:prstGeom>
          </p:spPr>
        </p:pic>
        <p:pic>
          <p:nvPicPr>
            <p:cNvPr id="18" name="Graphic 17" descr="Chat bubble with solid fill">
              <a:extLst>
                <a:ext uri="{FF2B5EF4-FFF2-40B4-BE49-F238E27FC236}">
                  <a16:creationId xmlns:a16="http://schemas.microsoft.com/office/drawing/2014/main" id="{856B17C9-0F75-572E-1BC4-35E4B507B8E9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p:blipFill>
          <p:spPr>
            <a:xfrm>
              <a:off x="7479200" y="1876234"/>
              <a:ext cx="914400" cy="914400"/>
            </a:xfrm>
            <a:prstGeom prst="rect">
              <a:avLst/>
            </a:prstGeom>
          </p:spPr>
        </p:pic>
        <p:pic>
          <p:nvPicPr>
            <p:cNvPr id="19" name="Graphic 18" descr="Chat bubble with solid fill">
              <a:extLst>
                <a:ext uri="{FF2B5EF4-FFF2-40B4-BE49-F238E27FC236}">
                  <a16:creationId xmlns:a16="http://schemas.microsoft.com/office/drawing/2014/main" id="{157069B6-16D7-529C-815E-78392A358BB0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9247525" y="2634760"/>
              <a:ext cx="576022" cy="576022"/>
            </a:xfrm>
            <a:prstGeom prst="rect">
              <a:avLst/>
            </a:prstGeom>
          </p:spPr>
        </p:pic>
        <p:pic>
          <p:nvPicPr>
            <p:cNvPr id="20" name="Graphic 19" descr="Chat bubble with solid fill">
              <a:extLst>
                <a:ext uri="{FF2B5EF4-FFF2-40B4-BE49-F238E27FC236}">
                  <a16:creationId xmlns:a16="http://schemas.microsoft.com/office/drawing/2014/main" id="{2B59C42C-388F-17AE-8C6E-2FBF62CCB121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p:blipFill>
          <p:spPr>
            <a:xfrm>
              <a:off x="2368453" y="1917797"/>
              <a:ext cx="914400" cy="914400"/>
            </a:xfrm>
            <a:prstGeom prst="rect">
              <a:avLst/>
            </a:prstGeom>
          </p:spPr>
        </p:pic>
        <p:pic>
          <p:nvPicPr>
            <p:cNvPr id="21" name="Graphic 20" descr="Chat bubble with solid fill">
              <a:extLst>
                <a:ext uri="{FF2B5EF4-FFF2-40B4-BE49-F238E27FC236}">
                  <a16:creationId xmlns:a16="http://schemas.microsoft.com/office/drawing/2014/main" id="{87BEE1E1-08D4-878B-DC88-FFB9570A54B2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8935799" y="2086986"/>
              <a:ext cx="576022" cy="576022"/>
            </a:xfrm>
            <a:prstGeom prst="rect">
              <a:avLst/>
            </a:prstGeom>
          </p:spPr>
        </p:pic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92861CE1-0BAE-205F-80C1-D1476AA80D39}"/>
                </a:ext>
              </a:extLst>
            </p:cNvPr>
            <p:cNvSpPr txBox="1"/>
            <p:nvPr/>
          </p:nvSpPr>
          <p:spPr>
            <a:xfrm>
              <a:off x="4830256" y="3069124"/>
              <a:ext cx="1824538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600">
                  <a:latin typeface="+mj-lt"/>
                </a:rPr>
                <a:t>Câu hỏi người dùng</a:t>
              </a:r>
              <a:endParaRPr lang="en-US" sz="1600">
                <a:latin typeface="+mj-lt"/>
              </a:endParaRP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8B3B2374-E892-89C1-637F-6D7303E326DF}"/>
                </a:ext>
              </a:extLst>
            </p:cNvPr>
            <p:cNvSpPr txBox="1"/>
            <p:nvPr/>
          </p:nvSpPr>
          <p:spPr>
            <a:xfrm>
              <a:off x="4715641" y="3674819"/>
              <a:ext cx="2053767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600">
                  <a:latin typeface="+mj-lt"/>
                </a:rPr>
                <a:t>Câu trả lơi của chatbot</a:t>
              </a:r>
              <a:endParaRPr lang="en-US" sz="1600">
                <a:latin typeface="+mj-lt"/>
              </a:endParaRPr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A9A22EE6-0103-C208-9CBD-2FF2635D5A94}"/>
                </a:ext>
              </a:extLst>
            </p:cNvPr>
            <p:cNvSpPr txBox="1"/>
            <p:nvPr/>
          </p:nvSpPr>
          <p:spPr>
            <a:xfrm>
              <a:off x="2633248" y="3927224"/>
              <a:ext cx="1173719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600">
                  <a:latin typeface="+mj-lt"/>
                </a:rPr>
                <a:t>Người dùng</a:t>
              </a:r>
              <a:endParaRPr lang="en-US" sz="1600">
                <a:latin typeface="+mj-lt"/>
              </a:endParaRPr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518E0C41-FC5F-EE4F-787F-073DB75BDA17}"/>
                </a:ext>
              </a:extLst>
            </p:cNvPr>
            <p:cNvSpPr txBox="1"/>
            <p:nvPr/>
          </p:nvSpPr>
          <p:spPr>
            <a:xfrm>
              <a:off x="8186151" y="3927224"/>
              <a:ext cx="835485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600">
                  <a:latin typeface="+mj-lt"/>
                </a:rPr>
                <a:t>Chatbot</a:t>
              </a:r>
              <a:endParaRPr lang="en-US" sz="1600">
                <a:latin typeface="+mj-lt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84883056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>
            <a:extLst>
              <a:ext uri="{FF2B5EF4-FFF2-40B4-BE49-F238E27FC236}">
                <a16:creationId xmlns:a16="http://schemas.microsoft.com/office/drawing/2014/main" id="{70E941A3-54DE-67E3-D11E-FE8F7583CEBF}"/>
              </a:ext>
            </a:extLst>
          </p:cNvPr>
          <p:cNvSpPr/>
          <p:nvPr/>
        </p:nvSpPr>
        <p:spPr>
          <a:xfrm>
            <a:off x="4754880" y="2526030"/>
            <a:ext cx="2682240" cy="1805940"/>
          </a:xfrm>
          <a:prstGeom prst="ellipse">
            <a:avLst/>
          </a:prstGeom>
          <a:solidFill>
            <a:schemeClr val="bg2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Hệ thống chatbot</a:t>
            </a:r>
          </a:p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hỗ trợ học</a:t>
            </a:r>
          </a:p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Lịch sử Việt Nam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F6A84239-E2F6-B996-A55F-0A9D0AB459D6}"/>
              </a:ext>
            </a:extLst>
          </p:cNvPr>
          <p:cNvSpPr/>
          <p:nvPr/>
        </p:nvSpPr>
        <p:spPr>
          <a:xfrm>
            <a:off x="2286000" y="215594"/>
            <a:ext cx="2232660" cy="70104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Đổi mới phương pháp học tập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990C6347-D29F-2FFC-34DE-BA5DC078D010}"/>
              </a:ext>
            </a:extLst>
          </p:cNvPr>
          <p:cNvSpPr/>
          <p:nvPr/>
        </p:nvSpPr>
        <p:spPr>
          <a:xfrm>
            <a:off x="62865" y="1828800"/>
            <a:ext cx="2087880" cy="70104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Tăng cường hiệu suất học tập</a:t>
            </a: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E2B4FB11-04DA-3102-AFDA-278EA077DE41}"/>
              </a:ext>
            </a:extLst>
          </p:cNvPr>
          <p:cNvSpPr/>
          <p:nvPr/>
        </p:nvSpPr>
        <p:spPr>
          <a:xfrm>
            <a:off x="2910840" y="1828800"/>
            <a:ext cx="1844040" cy="864870"/>
          </a:xfrm>
          <a:prstGeom prst="ellipse">
            <a:avLst/>
          </a:prstGeom>
          <a:solidFill>
            <a:schemeClr val="bg2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Mục tiêu giáo dục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27814A9F-BB31-4277-5198-15FF7D4FA416}"/>
              </a:ext>
            </a:extLst>
          </p:cNvPr>
          <p:cNvSpPr/>
          <p:nvPr/>
        </p:nvSpPr>
        <p:spPr>
          <a:xfrm>
            <a:off x="2369820" y="4331970"/>
            <a:ext cx="2385060" cy="1245870"/>
          </a:xfrm>
          <a:prstGeom prst="ellipse">
            <a:avLst/>
          </a:prstGeom>
          <a:solidFill>
            <a:schemeClr val="bg2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Chức năng</a:t>
            </a:r>
          </a:p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hỏi đáp</a:t>
            </a: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5515661D-2E1A-19B4-9708-922EE68310FD}"/>
              </a:ext>
            </a:extLst>
          </p:cNvPr>
          <p:cNvSpPr/>
          <p:nvPr/>
        </p:nvSpPr>
        <p:spPr>
          <a:xfrm>
            <a:off x="7437120" y="1828800"/>
            <a:ext cx="1844040" cy="864870"/>
          </a:xfrm>
          <a:prstGeom prst="ellipse">
            <a:avLst/>
          </a:prstGeom>
          <a:solidFill>
            <a:schemeClr val="bg2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Yêu cầu </a:t>
            </a:r>
          </a:p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kỹ thuật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CBD216D5-A62F-AC52-CDB8-6EE533EDC105}"/>
              </a:ext>
            </a:extLst>
          </p:cNvPr>
          <p:cNvSpPr/>
          <p:nvPr/>
        </p:nvSpPr>
        <p:spPr>
          <a:xfrm>
            <a:off x="7764780" y="110820"/>
            <a:ext cx="1844040" cy="70104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Sử dụng công nghệ hiện đại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2E29EE6E-EB1D-1AC5-BE29-453C06508D4A}"/>
              </a:ext>
            </a:extLst>
          </p:cNvPr>
          <p:cNvSpPr/>
          <p:nvPr/>
        </p:nvSpPr>
        <p:spPr>
          <a:xfrm>
            <a:off x="10203180" y="1735455"/>
            <a:ext cx="1844040" cy="70104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Phản hồi chinh xác, tự nhiên</a:t>
            </a: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91B686CE-5089-396C-6022-CB159C50E559}"/>
              </a:ext>
            </a:extLst>
          </p:cNvPr>
          <p:cNvSpPr/>
          <p:nvPr/>
        </p:nvSpPr>
        <p:spPr>
          <a:xfrm>
            <a:off x="7437120" y="4331970"/>
            <a:ext cx="1844040" cy="864870"/>
          </a:xfrm>
          <a:prstGeom prst="ellipse">
            <a:avLst/>
          </a:prstGeom>
          <a:solidFill>
            <a:schemeClr val="bg2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Tính năng nâng cao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3CFBD387-080D-8A16-A064-41C9BD3D17CA}"/>
              </a:ext>
            </a:extLst>
          </p:cNvPr>
          <p:cNvSpPr/>
          <p:nvPr/>
        </p:nvSpPr>
        <p:spPr>
          <a:xfrm>
            <a:off x="10119360" y="4413885"/>
            <a:ext cx="1844040" cy="70104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Các tùy chọn cá nhân hóa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B885AE00-1325-E81E-1C32-073054BF7C8D}"/>
              </a:ext>
            </a:extLst>
          </p:cNvPr>
          <p:cNvSpPr/>
          <p:nvPr/>
        </p:nvSpPr>
        <p:spPr>
          <a:xfrm>
            <a:off x="8686800" y="5577840"/>
            <a:ext cx="1844040" cy="70104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Voicechat,…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AC04F432-56C3-5DFC-90FC-F6DBD87FF59C}"/>
              </a:ext>
            </a:extLst>
          </p:cNvPr>
          <p:cNvSpPr/>
          <p:nvPr/>
        </p:nvSpPr>
        <p:spPr>
          <a:xfrm>
            <a:off x="10119360" y="228600"/>
            <a:ext cx="1844040" cy="70104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Kiến trúc dễ mở rộng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734F8C7C-D774-FB9C-30C8-C7C037E45B67}"/>
              </a:ext>
            </a:extLst>
          </p:cNvPr>
          <p:cNvCxnSpPr>
            <a:cxnSpLocks/>
            <a:stCxn id="2" idx="1"/>
            <a:endCxn id="5" idx="5"/>
          </p:cNvCxnSpPr>
          <p:nvPr/>
        </p:nvCxnSpPr>
        <p:spPr>
          <a:xfrm flipH="1" flipV="1">
            <a:off x="4484827" y="2567013"/>
            <a:ext cx="662858" cy="22349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75945FBE-B18B-17B3-A534-F2FFAB2B4AD2}"/>
              </a:ext>
            </a:extLst>
          </p:cNvPr>
          <p:cNvCxnSpPr>
            <a:stCxn id="2" idx="3"/>
            <a:endCxn id="6" idx="7"/>
          </p:cNvCxnSpPr>
          <p:nvPr/>
        </p:nvCxnSpPr>
        <p:spPr>
          <a:xfrm flipH="1">
            <a:off x="4405596" y="4067496"/>
            <a:ext cx="742089" cy="44692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FC5BAFB3-7492-5EA0-04ED-33345C5D7C61}"/>
              </a:ext>
            </a:extLst>
          </p:cNvPr>
          <p:cNvCxnSpPr>
            <a:stCxn id="2" idx="5"/>
            <a:endCxn id="10" idx="1"/>
          </p:cNvCxnSpPr>
          <p:nvPr/>
        </p:nvCxnSpPr>
        <p:spPr>
          <a:xfrm>
            <a:off x="7044315" y="4067496"/>
            <a:ext cx="662858" cy="39113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6F64C0BA-48F1-0279-7841-32894E6262A4}"/>
              </a:ext>
            </a:extLst>
          </p:cNvPr>
          <p:cNvCxnSpPr>
            <a:stCxn id="2" idx="7"/>
          </p:cNvCxnSpPr>
          <p:nvPr/>
        </p:nvCxnSpPr>
        <p:spPr>
          <a:xfrm flipV="1">
            <a:off x="7044315" y="2526030"/>
            <a:ext cx="545205" cy="26447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0BB01216-492A-B15F-39E0-0EAAC63B01C7}"/>
              </a:ext>
            </a:extLst>
          </p:cNvPr>
          <p:cNvCxnSpPr>
            <a:stCxn id="5" idx="2"/>
            <a:endCxn id="4" idx="3"/>
          </p:cNvCxnSpPr>
          <p:nvPr/>
        </p:nvCxnSpPr>
        <p:spPr>
          <a:xfrm flipH="1" flipV="1">
            <a:off x="2150745" y="2179320"/>
            <a:ext cx="760095" cy="8191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B3DFD0F8-AD31-F595-B2DF-2C6B0FED6ADF}"/>
              </a:ext>
            </a:extLst>
          </p:cNvPr>
          <p:cNvCxnSpPr>
            <a:cxnSpLocks/>
            <a:stCxn id="5" idx="0"/>
            <a:endCxn id="3" idx="2"/>
          </p:cNvCxnSpPr>
          <p:nvPr/>
        </p:nvCxnSpPr>
        <p:spPr>
          <a:xfrm flipH="1" flipV="1">
            <a:off x="3402330" y="916634"/>
            <a:ext cx="430530" cy="91216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03B88DF3-E08B-F05D-B62D-3A553AE1C6FB}"/>
              </a:ext>
            </a:extLst>
          </p:cNvPr>
          <p:cNvCxnSpPr>
            <a:stCxn id="7" idx="0"/>
            <a:endCxn id="8" idx="2"/>
          </p:cNvCxnSpPr>
          <p:nvPr/>
        </p:nvCxnSpPr>
        <p:spPr>
          <a:xfrm flipV="1">
            <a:off x="8359140" y="811860"/>
            <a:ext cx="327660" cy="101694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9F086B33-5B88-68F4-F5E4-F72BEB69127C}"/>
              </a:ext>
            </a:extLst>
          </p:cNvPr>
          <p:cNvCxnSpPr>
            <a:stCxn id="7" idx="6"/>
            <a:endCxn id="9" idx="1"/>
          </p:cNvCxnSpPr>
          <p:nvPr/>
        </p:nvCxnSpPr>
        <p:spPr>
          <a:xfrm flipV="1">
            <a:off x="9281160" y="2085975"/>
            <a:ext cx="922020" cy="17526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85D2DE2B-88DB-8FE5-42DC-588C2253EA3D}"/>
              </a:ext>
            </a:extLst>
          </p:cNvPr>
          <p:cNvCxnSpPr>
            <a:cxnSpLocks/>
            <a:stCxn id="7" idx="7"/>
          </p:cNvCxnSpPr>
          <p:nvPr/>
        </p:nvCxnSpPr>
        <p:spPr>
          <a:xfrm flipV="1">
            <a:off x="9011107" y="886154"/>
            <a:ext cx="1142543" cy="106930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1829DAF2-E2FE-8BE0-28DF-37A001244C41}"/>
              </a:ext>
            </a:extLst>
          </p:cNvPr>
          <p:cNvCxnSpPr>
            <a:stCxn id="10" idx="6"/>
            <a:endCxn id="11" idx="1"/>
          </p:cNvCxnSpPr>
          <p:nvPr/>
        </p:nvCxnSpPr>
        <p:spPr>
          <a:xfrm>
            <a:off x="9281160" y="4764405"/>
            <a:ext cx="838200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478EC1AA-44C0-297B-868E-2182A652E7C1}"/>
              </a:ext>
            </a:extLst>
          </p:cNvPr>
          <p:cNvCxnSpPr>
            <a:stCxn id="10" idx="5"/>
            <a:endCxn id="12" idx="0"/>
          </p:cNvCxnSpPr>
          <p:nvPr/>
        </p:nvCxnSpPr>
        <p:spPr>
          <a:xfrm>
            <a:off x="9011107" y="5070183"/>
            <a:ext cx="597713" cy="50765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0931013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9314C0BE-37D6-77B4-38B8-5477DFAEF41C}"/>
              </a:ext>
            </a:extLst>
          </p:cNvPr>
          <p:cNvGrpSpPr/>
          <p:nvPr/>
        </p:nvGrpSpPr>
        <p:grpSpPr>
          <a:xfrm>
            <a:off x="146303" y="105156"/>
            <a:ext cx="11929881" cy="6029956"/>
            <a:chOff x="146303" y="105156"/>
            <a:chExt cx="11929881" cy="6029956"/>
          </a:xfrm>
        </p:grpSpPr>
        <p:sp>
          <p:nvSpPr>
            <p:cNvPr id="3" name="Rectangle: Rounded Corners 2">
              <a:extLst>
                <a:ext uri="{FF2B5EF4-FFF2-40B4-BE49-F238E27FC236}">
                  <a16:creationId xmlns:a16="http://schemas.microsoft.com/office/drawing/2014/main" id="{4C0B364E-9D90-64CF-EE9A-A0106BA27474}"/>
                </a:ext>
              </a:extLst>
            </p:cNvPr>
            <p:cNvSpPr/>
            <p:nvPr/>
          </p:nvSpPr>
          <p:spPr>
            <a:xfrm>
              <a:off x="146304" y="187452"/>
              <a:ext cx="1591056" cy="530352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Thu thập dữ liệu</a:t>
              </a:r>
            </a:p>
            <a:p>
              <a:pPr algn="ctr"/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(</a:t>
              </a:r>
              <a:r>
                <a:rPr lang="vi-VN" sz="1300" dirty="0" err="1">
                  <a:solidFill>
                    <a:schemeClr val="tx1"/>
                  </a:solidFill>
                  <a:latin typeface="+mj-lt"/>
                </a:rPr>
                <a:t>Collecting</a:t>
              </a:r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 </a:t>
              </a:r>
              <a:r>
                <a:rPr lang="vi-VN" sz="1300" dirty="0" err="1">
                  <a:solidFill>
                    <a:schemeClr val="tx1"/>
                  </a:solidFill>
                  <a:latin typeface="+mj-lt"/>
                </a:rPr>
                <a:t>data</a:t>
              </a:r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)</a:t>
              </a:r>
              <a:endParaRPr lang="en-US" sz="1300" dirty="0">
                <a:solidFill>
                  <a:schemeClr val="tx1"/>
                </a:solidFill>
                <a:latin typeface="+mj-lt"/>
              </a:endParaRPr>
            </a:p>
          </p:txBody>
        </p:sp>
        <p:sp>
          <p:nvSpPr>
            <p:cNvPr id="4" name="Rectangle: Rounded Corners 3">
              <a:extLst>
                <a:ext uri="{FF2B5EF4-FFF2-40B4-BE49-F238E27FC236}">
                  <a16:creationId xmlns:a16="http://schemas.microsoft.com/office/drawing/2014/main" id="{C9149CF4-2B03-7E86-92B8-78C2E8CCD61F}"/>
                </a:ext>
              </a:extLst>
            </p:cNvPr>
            <p:cNvSpPr/>
            <p:nvPr/>
          </p:nvSpPr>
          <p:spPr>
            <a:xfrm>
              <a:off x="2228088" y="187452"/>
              <a:ext cx="1676400" cy="530352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Tiền xử lý dữ liệu</a:t>
              </a:r>
            </a:p>
            <a:p>
              <a:pPr algn="ctr"/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(</a:t>
              </a:r>
              <a:r>
                <a:rPr lang="vi-VN" sz="1300" dirty="0" err="1">
                  <a:solidFill>
                    <a:schemeClr val="tx1"/>
                  </a:solidFill>
                  <a:latin typeface="+mj-lt"/>
                </a:rPr>
                <a:t>Preprocessing</a:t>
              </a:r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 </a:t>
              </a:r>
              <a:r>
                <a:rPr lang="vi-VN" sz="1300" dirty="0" err="1">
                  <a:solidFill>
                    <a:schemeClr val="tx1"/>
                  </a:solidFill>
                  <a:latin typeface="+mj-lt"/>
                </a:rPr>
                <a:t>data</a:t>
              </a:r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)</a:t>
              </a:r>
              <a:endParaRPr lang="en-US" sz="1300" dirty="0">
                <a:solidFill>
                  <a:schemeClr val="tx1"/>
                </a:solidFill>
                <a:latin typeface="+mj-lt"/>
              </a:endParaRPr>
            </a:p>
          </p:txBody>
        </p:sp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72FCEE69-E7C6-B0BC-7221-2D5531C0F05E}"/>
                </a:ext>
              </a:extLst>
            </p:cNvPr>
            <p:cNvSpPr/>
            <p:nvPr/>
          </p:nvSpPr>
          <p:spPr>
            <a:xfrm>
              <a:off x="4395216" y="187452"/>
              <a:ext cx="1456944" cy="530352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Phân đoạn dữ liệu</a:t>
              </a:r>
            </a:p>
            <a:p>
              <a:pPr algn="ctr"/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(</a:t>
              </a:r>
              <a:r>
                <a:rPr lang="vi-VN" sz="1300" dirty="0" err="1">
                  <a:solidFill>
                    <a:schemeClr val="tx1"/>
                  </a:solidFill>
                  <a:latin typeface="+mj-lt"/>
                </a:rPr>
                <a:t>Chunking</a:t>
              </a:r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 </a:t>
              </a:r>
              <a:r>
                <a:rPr lang="vi-VN" sz="1300" dirty="0" err="1">
                  <a:solidFill>
                    <a:schemeClr val="tx1"/>
                  </a:solidFill>
                  <a:latin typeface="+mj-lt"/>
                </a:rPr>
                <a:t>data</a:t>
              </a:r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)</a:t>
              </a:r>
              <a:endParaRPr lang="en-US" sz="1300" dirty="0">
                <a:solidFill>
                  <a:schemeClr val="tx1"/>
                </a:solidFill>
                <a:latin typeface="+mj-lt"/>
              </a:endParaRPr>
            </a:p>
          </p:txBody>
        </p:sp>
        <p:sp>
          <p:nvSpPr>
            <p:cNvPr id="6" name="Cylinder 5">
              <a:extLst>
                <a:ext uri="{FF2B5EF4-FFF2-40B4-BE49-F238E27FC236}">
                  <a16:creationId xmlns:a16="http://schemas.microsoft.com/office/drawing/2014/main" id="{74A74C67-E73B-6C07-A7EF-03FC8E1C9209}"/>
                </a:ext>
              </a:extLst>
            </p:cNvPr>
            <p:cNvSpPr/>
            <p:nvPr/>
          </p:nvSpPr>
          <p:spPr>
            <a:xfrm>
              <a:off x="6347699" y="132588"/>
              <a:ext cx="1456944" cy="644652"/>
            </a:xfrm>
            <a:prstGeom prst="can">
              <a:avLst>
                <a:gd name="adj" fmla="val 12506"/>
              </a:avLst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Dữ liệu chuẩn</a:t>
              </a:r>
            </a:p>
            <a:p>
              <a:pPr algn="ctr"/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(</a:t>
              </a:r>
              <a:r>
                <a:rPr lang="vi-VN" sz="1300" dirty="0" err="1">
                  <a:solidFill>
                    <a:schemeClr val="tx1"/>
                  </a:solidFill>
                  <a:latin typeface="+mj-lt"/>
                </a:rPr>
                <a:t>Cleaned</a:t>
              </a:r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 </a:t>
              </a:r>
              <a:r>
                <a:rPr lang="vi-VN" sz="1300" dirty="0" err="1">
                  <a:solidFill>
                    <a:schemeClr val="tx1"/>
                  </a:solidFill>
                  <a:latin typeface="+mj-lt"/>
                </a:rPr>
                <a:t>data</a:t>
              </a:r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)</a:t>
              </a:r>
              <a:endParaRPr lang="en-US" sz="1300" dirty="0">
                <a:solidFill>
                  <a:schemeClr val="tx1"/>
                </a:solidFill>
                <a:latin typeface="+mj-lt"/>
              </a:endParaRPr>
            </a:p>
          </p:txBody>
        </p:sp>
        <p:sp>
          <p:nvSpPr>
            <p:cNvPr id="9" name="Cube 8">
              <a:extLst>
                <a:ext uri="{FF2B5EF4-FFF2-40B4-BE49-F238E27FC236}">
                  <a16:creationId xmlns:a16="http://schemas.microsoft.com/office/drawing/2014/main" id="{BB5996C8-63F9-DD2B-5367-2334A49E3D1C}"/>
                </a:ext>
              </a:extLst>
            </p:cNvPr>
            <p:cNvSpPr/>
            <p:nvPr/>
          </p:nvSpPr>
          <p:spPr>
            <a:xfrm>
              <a:off x="10553140" y="105156"/>
              <a:ext cx="1523044" cy="585216"/>
            </a:xfrm>
            <a:prstGeom prst="cube">
              <a:avLst>
                <a:gd name="adj" fmla="val 19444"/>
              </a:avLst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Các </a:t>
              </a:r>
              <a:r>
                <a:rPr lang="vi-VN" sz="1300" dirty="0" err="1">
                  <a:solidFill>
                    <a:schemeClr val="tx1"/>
                  </a:solidFill>
                  <a:latin typeface="+mj-lt"/>
                </a:rPr>
                <a:t>model</a:t>
              </a:r>
              <a:endParaRPr lang="vi-VN" sz="1300" dirty="0">
                <a:solidFill>
                  <a:schemeClr val="tx1"/>
                </a:solidFill>
                <a:latin typeface="+mj-lt"/>
              </a:endParaRPr>
            </a:p>
            <a:p>
              <a:pPr algn="ctr"/>
              <a:r>
                <a:rPr lang="vi-VN" sz="1300" dirty="0" err="1">
                  <a:solidFill>
                    <a:schemeClr val="tx1"/>
                  </a:solidFill>
                  <a:latin typeface="+mj-lt"/>
                </a:rPr>
                <a:t>embedding</a:t>
              </a:r>
              <a:endParaRPr lang="en-US" sz="1300" dirty="0">
                <a:solidFill>
                  <a:schemeClr val="tx1"/>
                </a:solidFill>
                <a:latin typeface="+mj-lt"/>
              </a:endParaRPr>
            </a:p>
          </p:txBody>
        </p:sp>
        <p:sp>
          <p:nvSpPr>
            <p:cNvPr id="13" name="Cube 12">
              <a:extLst>
                <a:ext uri="{FF2B5EF4-FFF2-40B4-BE49-F238E27FC236}">
                  <a16:creationId xmlns:a16="http://schemas.microsoft.com/office/drawing/2014/main" id="{7032E416-3072-CA65-BFB7-B4D384B9BA0D}"/>
                </a:ext>
              </a:extLst>
            </p:cNvPr>
            <p:cNvSpPr/>
            <p:nvPr/>
          </p:nvSpPr>
          <p:spPr>
            <a:xfrm>
              <a:off x="8450421" y="1226820"/>
              <a:ext cx="1511804" cy="530352"/>
            </a:xfrm>
            <a:prstGeom prst="cube">
              <a:avLst>
                <a:gd name="adj" fmla="val 19444"/>
              </a:avLst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vi-VN" sz="1300" dirty="0" err="1">
                  <a:solidFill>
                    <a:schemeClr val="tx1"/>
                  </a:solidFill>
                  <a:latin typeface="+mj-lt"/>
                </a:rPr>
                <a:t>Model</a:t>
              </a:r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 </a:t>
              </a:r>
              <a:r>
                <a:rPr lang="vi-VN" sz="1300" dirty="0" err="1">
                  <a:solidFill>
                    <a:schemeClr val="tx1"/>
                  </a:solidFill>
                  <a:latin typeface="+mj-lt"/>
                </a:rPr>
                <a:t>embedding</a:t>
              </a:r>
              <a:endParaRPr lang="vi-VN" sz="1300" dirty="0">
                <a:solidFill>
                  <a:schemeClr val="tx1"/>
                </a:solidFill>
                <a:latin typeface="+mj-lt"/>
              </a:endParaRPr>
            </a:p>
            <a:p>
              <a:pPr algn="ctr"/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tốt nhất</a:t>
              </a:r>
              <a:endParaRPr lang="en-US" sz="1300" dirty="0">
                <a:solidFill>
                  <a:schemeClr val="tx1"/>
                </a:solidFill>
                <a:latin typeface="+mj-lt"/>
              </a:endParaRPr>
            </a:p>
          </p:txBody>
        </p:sp>
        <p:sp>
          <p:nvSpPr>
            <p:cNvPr id="14" name="Cylinder 13">
              <a:extLst>
                <a:ext uri="{FF2B5EF4-FFF2-40B4-BE49-F238E27FC236}">
                  <a16:creationId xmlns:a16="http://schemas.microsoft.com/office/drawing/2014/main" id="{5CA7FCE2-8826-2AC2-A35A-B7D56C453B2A}"/>
                </a:ext>
              </a:extLst>
            </p:cNvPr>
            <p:cNvSpPr/>
            <p:nvPr/>
          </p:nvSpPr>
          <p:spPr>
            <a:xfrm>
              <a:off x="10553140" y="1281684"/>
              <a:ext cx="1523044" cy="1691640"/>
            </a:xfrm>
            <a:prstGeom prst="can">
              <a:avLst>
                <a:gd name="adj" fmla="val 10620"/>
              </a:avLst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vi-VN" sz="13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Lưu trữ dữ liệu</a:t>
              </a:r>
            </a:p>
            <a:p>
              <a:pPr algn="ctr"/>
              <a:r>
                <a:rPr lang="vi-VN" sz="1300" dirty="0" err="1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vector</a:t>
              </a:r>
              <a:r>
                <a:rPr lang="vi-VN" sz="13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vi-VN" sz="1300" dirty="0" err="1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database</a:t>
              </a:r>
              <a:endParaRPr lang="en-US" sz="13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pic>
          <p:nvPicPr>
            <p:cNvPr id="17" name="Graphic 16" descr="User with solid fill">
              <a:extLst>
                <a:ext uri="{FF2B5EF4-FFF2-40B4-BE49-F238E27FC236}">
                  <a16:creationId xmlns:a16="http://schemas.microsoft.com/office/drawing/2014/main" id="{B61B3EEB-3B71-FA44-D12A-08CB3E46ADB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2512522" y="3226500"/>
              <a:ext cx="1003931" cy="1003931"/>
            </a:xfrm>
            <a:prstGeom prst="rect">
              <a:avLst/>
            </a:prstGeom>
          </p:spPr>
        </p:pic>
        <p:sp>
          <p:nvSpPr>
            <p:cNvPr id="20" name="Rectangle: Rounded Corners 19">
              <a:extLst>
                <a:ext uri="{FF2B5EF4-FFF2-40B4-BE49-F238E27FC236}">
                  <a16:creationId xmlns:a16="http://schemas.microsoft.com/office/drawing/2014/main" id="{A6EAC2B4-7E02-37B2-CEB3-63863C0A676D}"/>
                </a:ext>
              </a:extLst>
            </p:cNvPr>
            <p:cNvSpPr/>
            <p:nvPr/>
          </p:nvSpPr>
          <p:spPr>
            <a:xfrm>
              <a:off x="6347700" y="1281684"/>
              <a:ext cx="1456943" cy="530352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Thông tin được trích xuất</a:t>
              </a:r>
              <a:endParaRPr lang="en-US" sz="1300" dirty="0">
                <a:solidFill>
                  <a:schemeClr val="tx1"/>
                </a:solidFill>
                <a:latin typeface="+mj-lt"/>
              </a:endParaRPr>
            </a:p>
          </p:txBody>
        </p:sp>
        <p:sp>
          <p:nvSpPr>
            <p:cNvPr id="23" name="Rectangle: Rounded Corners 22">
              <a:extLst>
                <a:ext uri="{FF2B5EF4-FFF2-40B4-BE49-F238E27FC236}">
                  <a16:creationId xmlns:a16="http://schemas.microsoft.com/office/drawing/2014/main" id="{83F988E7-AA09-988C-9F5A-31716BD85BB6}"/>
                </a:ext>
              </a:extLst>
            </p:cNvPr>
            <p:cNvSpPr/>
            <p:nvPr/>
          </p:nvSpPr>
          <p:spPr>
            <a:xfrm>
              <a:off x="8388052" y="192024"/>
              <a:ext cx="1523043" cy="530352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vi-VN" sz="13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Đánh giá </a:t>
              </a:r>
              <a:r>
                <a:rPr lang="vi-VN" sz="1300" dirty="0" err="1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model</a:t>
              </a:r>
              <a:r>
                <a:rPr lang="vi-VN" sz="13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vi-VN" sz="1300" dirty="0" err="1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embedding</a:t>
              </a:r>
              <a:endParaRPr lang="en-US" sz="13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4" name="Rectangle: Rounded Corners 23">
              <a:extLst>
                <a:ext uri="{FF2B5EF4-FFF2-40B4-BE49-F238E27FC236}">
                  <a16:creationId xmlns:a16="http://schemas.microsoft.com/office/drawing/2014/main" id="{CB4C4D39-4345-51F9-F870-BDBBD7720C2F}"/>
                </a:ext>
              </a:extLst>
            </p:cNvPr>
            <p:cNvSpPr/>
            <p:nvPr/>
          </p:nvSpPr>
          <p:spPr>
            <a:xfrm>
              <a:off x="4395216" y="1281684"/>
              <a:ext cx="1456944" cy="530352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Trích xuất thông tin câu hỏi</a:t>
              </a:r>
              <a:endParaRPr lang="en-US" sz="1300" dirty="0">
                <a:solidFill>
                  <a:schemeClr val="tx1"/>
                </a:solidFill>
                <a:latin typeface="+mj-lt"/>
              </a:endParaRPr>
            </a:p>
          </p:txBody>
        </p:sp>
        <p:sp>
          <p:nvSpPr>
            <p:cNvPr id="54" name="Cube 53">
              <a:extLst>
                <a:ext uri="{FF2B5EF4-FFF2-40B4-BE49-F238E27FC236}">
                  <a16:creationId xmlns:a16="http://schemas.microsoft.com/office/drawing/2014/main" id="{8F6C086B-973C-E6F8-D0E8-04E58C696C4E}"/>
                </a:ext>
              </a:extLst>
            </p:cNvPr>
            <p:cNvSpPr/>
            <p:nvPr/>
          </p:nvSpPr>
          <p:spPr>
            <a:xfrm>
              <a:off x="2223277" y="1235964"/>
              <a:ext cx="1676400" cy="530352"/>
            </a:xfrm>
            <a:prstGeom prst="cube">
              <a:avLst>
                <a:gd name="adj" fmla="val 17720"/>
              </a:avLst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LLM</a:t>
              </a:r>
              <a:endParaRPr lang="en-US" sz="1300" dirty="0">
                <a:solidFill>
                  <a:schemeClr val="tx1"/>
                </a:solidFill>
                <a:latin typeface="+mj-lt"/>
              </a:endParaRPr>
            </a:p>
          </p:txBody>
        </p:sp>
        <p:sp>
          <p:nvSpPr>
            <p:cNvPr id="55" name="Rectangle: Rounded Corners 54">
              <a:extLst>
                <a:ext uri="{FF2B5EF4-FFF2-40B4-BE49-F238E27FC236}">
                  <a16:creationId xmlns:a16="http://schemas.microsoft.com/office/drawing/2014/main" id="{B8ACB595-AD1A-F1AC-4471-A5D6994010FF}"/>
                </a:ext>
              </a:extLst>
            </p:cNvPr>
            <p:cNvSpPr/>
            <p:nvPr/>
          </p:nvSpPr>
          <p:spPr>
            <a:xfrm>
              <a:off x="146303" y="1263396"/>
              <a:ext cx="1597981" cy="573024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Câu hỏi văn bản</a:t>
              </a:r>
              <a:endParaRPr lang="en-US" sz="1300" dirty="0">
                <a:solidFill>
                  <a:schemeClr val="tx1"/>
                </a:solidFill>
                <a:latin typeface="+mj-lt"/>
              </a:endParaRPr>
            </a:p>
          </p:txBody>
        </p:sp>
        <p:sp>
          <p:nvSpPr>
            <p:cNvPr id="56" name="Rectangle: Rounded Corners 55">
              <a:extLst>
                <a:ext uri="{FF2B5EF4-FFF2-40B4-BE49-F238E27FC236}">
                  <a16:creationId xmlns:a16="http://schemas.microsoft.com/office/drawing/2014/main" id="{C72AD4ED-D215-BCF5-4367-51D1C1768014}"/>
                </a:ext>
              </a:extLst>
            </p:cNvPr>
            <p:cNvSpPr/>
            <p:nvPr/>
          </p:nvSpPr>
          <p:spPr>
            <a:xfrm>
              <a:off x="146304" y="2250948"/>
              <a:ext cx="1591056" cy="722376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Xử lý âm thanh</a:t>
              </a:r>
            </a:p>
            <a:p>
              <a:pPr algn="ctr"/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(Khử ồn, phát hiện </a:t>
              </a:r>
            </a:p>
            <a:p>
              <a:pPr algn="ctr"/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câu hỏi…)</a:t>
              </a:r>
              <a:endParaRPr lang="en-US" sz="1300" dirty="0">
                <a:solidFill>
                  <a:schemeClr val="tx1"/>
                </a:solidFill>
                <a:latin typeface="+mj-lt"/>
              </a:endParaRPr>
            </a:p>
          </p:txBody>
        </p:sp>
        <p:sp>
          <p:nvSpPr>
            <p:cNvPr id="57" name="Rectangle: Rounded Corners 56">
              <a:extLst>
                <a:ext uri="{FF2B5EF4-FFF2-40B4-BE49-F238E27FC236}">
                  <a16:creationId xmlns:a16="http://schemas.microsoft.com/office/drawing/2014/main" id="{B3349750-6CDB-9E22-4332-CDD7F2259EA3}"/>
                </a:ext>
              </a:extLst>
            </p:cNvPr>
            <p:cNvSpPr/>
            <p:nvPr/>
          </p:nvSpPr>
          <p:spPr>
            <a:xfrm>
              <a:off x="8392925" y="2250948"/>
              <a:ext cx="1524983" cy="722376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Trích xuất thông tin liên quan</a:t>
              </a:r>
              <a:endParaRPr lang="en-US" sz="1300" dirty="0">
                <a:solidFill>
                  <a:schemeClr val="tx1"/>
                </a:solidFill>
                <a:latin typeface="+mj-lt"/>
              </a:endParaRPr>
            </a:p>
          </p:txBody>
        </p:sp>
        <p:sp>
          <p:nvSpPr>
            <p:cNvPr id="58" name="Cylinder 57">
              <a:extLst>
                <a:ext uri="{FF2B5EF4-FFF2-40B4-BE49-F238E27FC236}">
                  <a16:creationId xmlns:a16="http://schemas.microsoft.com/office/drawing/2014/main" id="{1F705B23-A2C5-20CD-FB48-3BF6D93C260F}"/>
                </a:ext>
              </a:extLst>
            </p:cNvPr>
            <p:cNvSpPr/>
            <p:nvPr/>
          </p:nvSpPr>
          <p:spPr>
            <a:xfrm>
              <a:off x="6347700" y="2252472"/>
              <a:ext cx="1456944" cy="722376"/>
            </a:xfrm>
            <a:prstGeom prst="can">
              <a:avLst>
                <a:gd name="adj" fmla="val 13615"/>
              </a:avLst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CSDL thông tin người dùng</a:t>
              </a:r>
              <a:endParaRPr lang="en-US" sz="1300" dirty="0">
                <a:solidFill>
                  <a:schemeClr val="tx1"/>
                </a:solidFill>
                <a:latin typeface="+mj-lt"/>
              </a:endParaRPr>
            </a:p>
          </p:txBody>
        </p:sp>
        <p:sp>
          <p:nvSpPr>
            <p:cNvPr id="59" name="Rectangle: Rounded Corners 58">
              <a:extLst>
                <a:ext uri="{FF2B5EF4-FFF2-40B4-BE49-F238E27FC236}">
                  <a16:creationId xmlns:a16="http://schemas.microsoft.com/office/drawing/2014/main" id="{260F8AE3-D622-49E0-1D43-B08132CFF553}"/>
                </a:ext>
              </a:extLst>
            </p:cNvPr>
            <p:cNvSpPr/>
            <p:nvPr/>
          </p:nvSpPr>
          <p:spPr>
            <a:xfrm>
              <a:off x="10553140" y="3412236"/>
              <a:ext cx="1523044" cy="632460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Tạo </a:t>
              </a:r>
              <a:r>
                <a:rPr lang="vi-VN" sz="1300" dirty="0" err="1">
                  <a:solidFill>
                    <a:schemeClr val="tx1"/>
                  </a:solidFill>
                  <a:latin typeface="+mj-lt"/>
                </a:rPr>
                <a:t>prompt</a:t>
              </a:r>
              <a:endParaRPr lang="vi-VN" sz="1300" dirty="0">
                <a:solidFill>
                  <a:schemeClr val="tx1"/>
                </a:solidFill>
                <a:latin typeface="+mj-lt"/>
              </a:endParaRPr>
            </a:p>
            <a:p>
              <a:pPr algn="ctr"/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hoàn chỉnh</a:t>
              </a:r>
              <a:endParaRPr lang="en-US" sz="1300" dirty="0">
                <a:solidFill>
                  <a:schemeClr val="tx1"/>
                </a:solidFill>
                <a:latin typeface="+mj-lt"/>
              </a:endParaRPr>
            </a:p>
          </p:txBody>
        </p:sp>
        <p:sp>
          <p:nvSpPr>
            <p:cNvPr id="60" name="Cube 59">
              <a:extLst>
                <a:ext uri="{FF2B5EF4-FFF2-40B4-BE49-F238E27FC236}">
                  <a16:creationId xmlns:a16="http://schemas.microsoft.com/office/drawing/2014/main" id="{4E3894F2-818C-AE90-D888-94D9BFDCD5B0}"/>
                </a:ext>
              </a:extLst>
            </p:cNvPr>
            <p:cNvSpPr/>
            <p:nvPr/>
          </p:nvSpPr>
          <p:spPr>
            <a:xfrm>
              <a:off x="8450119" y="4418076"/>
              <a:ext cx="1524983" cy="632460"/>
            </a:xfrm>
            <a:prstGeom prst="cube">
              <a:avLst>
                <a:gd name="adj" fmla="val 17720"/>
              </a:avLst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LLM</a:t>
              </a:r>
              <a:endParaRPr lang="en-US" sz="1300" dirty="0">
                <a:solidFill>
                  <a:schemeClr val="tx1"/>
                </a:solidFill>
                <a:latin typeface="+mj-lt"/>
              </a:endParaRPr>
            </a:p>
          </p:txBody>
        </p:sp>
        <p:sp>
          <p:nvSpPr>
            <p:cNvPr id="61" name="Rectangle: Rounded Corners 60">
              <a:extLst>
                <a:ext uri="{FF2B5EF4-FFF2-40B4-BE49-F238E27FC236}">
                  <a16:creationId xmlns:a16="http://schemas.microsoft.com/office/drawing/2014/main" id="{1E4DF0B0-F346-2566-481E-A85FB3B965F7}"/>
                </a:ext>
              </a:extLst>
            </p:cNvPr>
            <p:cNvSpPr/>
            <p:nvPr/>
          </p:nvSpPr>
          <p:spPr>
            <a:xfrm>
              <a:off x="4395214" y="3412236"/>
              <a:ext cx="1467079" cy="632460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Bộ phân tích hành vi người dùng</a:t>
              </a:r>
            </a:p>
          </p:txBody>
        </p:sp>
        <p:sp>
          <p:nvSpPr>
            <p:cNvPr id="62" name="Cylinder 61">
              <a:extLst>
                <a:ext uri="{FF2B5EF4-FFF2-40B4-BE49-F238E27FC236}">
                  <a16:creationId xmlns:a16="http://schemas.microsoft.com/office/drawing/2014/main" id="{C8A51440-C671-1AD6-13D0-D3C9616FFD12}"/>
                </a:ext>
              </a:extLst>
            </p:cNvPr>
            <p:cNvSpPr/>
            <p:nvPr/>
          </p:nvSpPr>
          <p:spPr>
            <a:xfrm>
              <a:off x="4395215" y="2252472"/>
              <a:ext cx="1456944" cy="722376"/>
            </a:xfrm>
            <a:prstGeom prst="can">
              <a:avLst>
                <a:gd name="adj" fmla="val 13615"/>
              </a:avLst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CSDL trò chuyện và tương tác</a:t>
              </a:r>
              <a:endParaRPr lang="en-US" sz="1300" dirty="0">
                <a:solidFill>
                  <a:schemeClr val="tx1"/>
                </a:solidFill>
                <a:latin typeface="+mj-lt"/>
              </a:endParaRPr>
            </a:p>
          </p:txBody>
        </p:sp>
        <p:sp>
          <p:nvSpPr>
            <p:cNvPr id="63" name="Rectangle: Rounded Corners 62">
              <a:extLst>
                <a:ext uri="{FF2B5EF4-FFF2-40B4-BE49-F238E27FC236}">
                  <a16:creationId xmlns:a16="http://schemas.microsoft.com/office/drawing/2014/main" id="{3899F772-0CBC-E699-B579-32F74EB3BB74}"/>
                </a:ext>
              </a:extLst>
            </p:cNvPr>
            <p:cNvSpPr/>
            <p:nvPr/>
          </p:nvSpPr>
          <p:spPr>
            <a:xfrm>
              <a:off x="4395214" y="4472940"/>
              <a:ext cx="2220657" cy="632460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Bộ phân tích cú pháp và</a:t>
              </a:r>
            </a:p>
            <a:p>
              <a:pPr algn="ctr"/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dữ liệu phản hồi</a:t>
              </a:r>
            </a:p>
          </p:txBody>
        </p:sp>
        <p:sp>
          <p:nvSpPr>
            <p:cNvPr id="64" name="Rectangle: Rounded Corners 63">
              <a:extLst>
                <a:ext uri="{FF2B5EF4-FFF2-40B4-BE49-F238E27FC236}">
                  <a16:creationId xmlns:a16="http://schemas.microsoft.com/office/drawing/2014/main" id="{8204FD2E-58F6-6EA4-7B0A-E03496EDED60}"/>
                </a:ext>
              </a:extLst>
            </p:cNvPr>
            <p:cNvSpPr/>
            <p:nvPr/>
          </p:nvSpPr>
          <p:spPr>
            <a:xfrm>
              <a:off x="146304" y="3380232"/>
              <a:ext cx="1591056" cy="2737104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Các chức năng người dùng tùy ý</a:t>
              </a:r>
            </a:p>
            <a:p>
              <a:pPr algn="ctr"/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***</a:t>
              </a:r>
            </a:p>
            <a:p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- Đăng nhập/xuất</a:t>
              </a:r>
            </a:p>
            <a:p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- Thay đổi LLM, các chỉ số…</a:t>
              </a:r>
            </a:p>
            <a:p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- Xóa/tạo hội thoại</a:t>
              </a:r>
            </a:p>
            <a:p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- Cài đặt giao diện</a:t>
              </a:r>
            </a:p>
            <a:p>
              <a:pPr algn="ctr"/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…</a:t>
              </a:r>
              <a:endParaRPr lang="en-US" sz="1300" dirty="0">
                <a:solidFill>
                  <a:schemeClr val="tx1"/>
                </a:solidFill>
                <a:latin typeface="+mj-lt"/>
              </a:endParaRPr>
            </a:p>
          </p:txBody>
        </p:sp>
        <p:sp>
          <p:nvSpPr>
            <p:cNvPr id="65" name="Rectangle: Rounded Corners 64">
              <a:extLst>
                <a:ext uri="{FF2B5EF4-FFF2-40B4-BE49-F238E27FC236}">
                  <a16:creationId xmlns:a16="http://schemas.microsoft.com/office/drawing/2014/main" id="{6BD43CE7-DA56-A790-271E-5D66D054134E}"/>
                </a:ext>
              </a:extLst>
            </p:cNvPr>
            <p:cNvSpPr/>
            <p:nvPr/>
          </p:nvSpPr>
          <p:spPr>
            <a:xfrm>
              <a:off x="8397195" y="3412236"/>
              <a:ext cx="1511805" cy="632460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Thông tin ngữ cảnh trò chuyện</a:t>
              </a:r>
              <a:endParaRPr lang="en-US" sz="1300" dirty="0">
                <a:solidFill>
                  <a:schemeClr val="tx1"/>
                </a:solidFill>
                <a:latin typeface="+mj-lt"/>
              </a:endParaRPr>
            </a:p>
          </p:txBody>
        </p:sp>
        <p:sp>
          <p:nvSpPr>
            <p:cNvPr id="66" name="Rectangle: Rounded Corners 65">
              <a:extLst>
                <a:ext uri="{FF2B5EF4-FFF2-40B4-BE49-F238E27FC236}">
                  <a16:creationId xmlns:a16="http://schemas.microsoft.com/office/drawing/2014/main" id="{CB2024C0-8DF9-D283-83F9-B1C79C487FAC}"/>
                </a:ext>
              </a:extLst>
            </p:cNvPr>
            <p:cNvSpPr/>
            <p:nvPr/>
          </p:nvSpPr>
          <p:spPr>
            <a:xfrm>
              <a:off x="8450119" y="5448300"/>
              <a:ext cx="1919177" cy="632460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Xử lý sau phản hồi và</a:t>
              </a:r>
            </a:p>
            <a:p>
              <a:pPr algn="ctr"/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trích xuất thông tin</a:t>
              </a:r>
            </a:p>
          </p:txBody>
        </p:sp>
        <p:sp>
          <p:nvSpPr>
            <p:cNvPr id="67" name="Cube 66">
              <a:extLst>
                <a:ext uri="{FF2B5EF4-FFF2-40B4-BE49-F238E27FC236}">
                  <a16:creationId xmlns:a16="http://schemas.microsoft.com/office/drawing/2014/main" id="{C1F2C232-53FA-4E1A-2D61-CF95F7E39DAF}"/>
                </a:ext>
              </a:extLst>
            </p:cNvPr>
            <p:cNvSpPr/>
            <p:nvPr/>
          </p:nvSpPr>
          <p:spPr>
            <a:xfrm>
              <a:off x="6425763" y="5393436"/>
              <a:ext cx="1197834" cy="632460"/>
            </a:xfrm>
            <a:prstGeom prst="cube">
              <a:avLst>
                <a:gd name="adj" fmla="val 17720"/>
              </a:avLst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LLM</a:t>
              </a:r>
              <a:endParaRPr lang="en-US" sz="1300" dirty="0">
                <a:solidFill>
                  <a:schemeClr val="tx1"/>
                </a:solidFill>
                <a:latin typeface="+mj-lt"/>
              </a:endParaRPr>
            </a:p>
          </p:txBody>
        </p:sp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E5244915-63A2-76F6-EE6C-AC60D11423EA}"/>
                </a:ext>
              </a:extLst>
            </p:cNvPr>
            <p:cNvCxnSpPr>
              <a:stCxn id="3" idx="3"/>
              <a:endCxn id="4" idx="1"/>
            </p:cNvCxnSpPr>
            <p:nvPr/>
          </p:nvCxnSpPr>
          <p:spPr>
            <a:xfrm>
              <a:off x="1737360" y="452628"/>
              <a:ext cx="490728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ECB564DD-A9C2-4D81-C32E-ABF1A1F82414}"/>
                </a:ext>
              </a:extLst>
            </p:cNvPr>
            <p:cNvCxnSpPr>
              <a:stCxn id="4" idx="3"/>
              <a:endCxn id="5" idx="1"/>
            </p:cNvCxnSpPr>
            <p:nvPr/>
          </p:nvCxnSpPr>
          <p:spPr>
            <a:xfrm>
              <a:off x="3904488" y="452628"/>
              <a:ext cx="490728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1DDC645D-7760-D5AD-0735-A1A545F54CB6}"/>
                </a:ext>
              </a:extLst>
            </p:cNvPr>
            <p:cNvCxnSpPr>
              <a:stCxn id="5" idx="3"/>
              <a:endCxn id="6" idx="2"/>
            </p:cNvCxnSpPr>
            <p:nvPr/>
          </p:nvCxnSpPr>
          <p:spPr>
            <a:xfrm>
              <a:off x="5852160" y="452628"/>
              <a:ext cx="495539" cy="2286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30E47978-4563-1DAC-40A3-E275FFD7AB75}"/>
                </a:ext>
              </a:extLst>
            </p:cNvPr>
            <p:cNvCxnSpPr>
              <a:stCxn id="6" idx="4"/>
              <a:endCxn id="23" idx="1"/>
            </p:cNvCxnSpPr>
            <p:nvPr/>
          </p:nvCxnSpPr>
          <p:spPr>
            <a:xfrm>
              <a:off x="7804643" y="454914"/>
              <a:ext cx="583409" cy="2286"/>
            </a:xfrm>
            <a:prstGeom prst="straightConnector1">
              <a:avLst/>
            </a:prstGeom>
            <a:ln>
              <a:prstDash val="dash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73369A63-B9FA-176B-E93A-AE83A9654719}"/>
                </a:ext>
              </a:extLst>
            </p:cNvPr>
            <p:cNvCxnSpPr>
              <a:cxnSpLocks/>
              <a:stCxn id="9" idx="2"/>
              <a:endCxn id="23" idx="3"/>
            </p:cNvCxnSpPr>
            <p:nvPr/>
          </p:nvCxnSpPr>
          <p:spPr>
            <a:xfrm flipH="1">
              <a:off x="9911095" y="454659"/>
              <a:ext cx="642045" cy="2541"/>
            </a:xfrm>
            <a:prstGeom prst="straightConnector1">
              <a:avLst/>
            </a:prstGeom>
            <a:ln>
              <a:prstDash val="dash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EE8773F0-1B13-2B0F-3341-31339A3DABF0}"/>
                </a:ext>
              </a:extLst>
            </p:cNvPr>
            <p:cNvCxnSpPr>
              <a:cxnSpLocks/>
            </p:cNvCxnSpPr>
            <p:nvPr/>
          </p:nvCxnSpPr>
          <p:spPr>
            <a:xfrm>
              <a:off x="9387318" y="722376"/>
              <a:ext cx="5188" cy="607566"/>
            </a:xfrm>
            <a:prstGeom prst="straightConnector1">
              <a:avLst/>
            </a:prstGeom>
            <a:ln>
              <a:prstDash val="dash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7" name="Connector: Elbow 26">
              <a:extLst>
                <a:ext uri="{FF2B5EF4-FFF2-40B4-BE49-F238E27FC236}">
                  <a16:creationId xmlns:a16="http://schemas.microsoft.com/office/drawing/2014/main" id="{72047F34-37A9-DBEA-8593-094A562B174A}"/>
                </a:ext>
              </a:extLst>
            </p:cNvPr>
            <p:cNvCxnSpPr>
              <a:stCxn id="13" idx="5"/>
              <a:endCxn id="14" idx="2"/>
            </p:cNvCxnSpPr>
            <p:nvPr/>
          </p:nvCxnSpPr>
          <p:spPr>
            <a:xfrm>
              <a:off x="9962225" y="1440435"/>
              <a:ext cx="590915" cy="687069"/>
            </a:xfrm>
            <a:prstGeom prst="bentConnector3">
              <a:avLst>
                <a:gd name="adj1" fmla="val 46906"/>
              </a:avLst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7D113A5D-A04C-85D6-EEF1-7AF4A5A7B529}"/>
                </a:ext>
              </a:extLst>
            </p:cNvPr>
            <p:cNvCxnSpPr>
              <a:cxnSpLocks/>
              <a:stCxn id="17" idx="0"/>
              <a:endCxn id="54" idx="3"/>
            </p:cNvCxnSpPr>
            <p:nvPr/>
          </p:nvCxnSpPr>
          <p:spPr>
            <a:xfrm flipV="1">
              <a:off x="3014488" y="1766316"/>
              <a:ext cx="0" cy="1460184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54C950E8-EE34-B49E-0895-F6A548ADDA64}"/>
                </a:ext>
              </a:extLst>
            </p:cNvPr>
            <p:cNvCxnSpPr>
              <a:cxnSpLocks/>
              <a:stCxn id="54" idx="4"/>
              <a:endCxn id="24" idx="1"/>
            </p:cNvCxnSpPr>
            <p:nvPr/>
          </p:nvCxnSpPr>
          <p:spPr>
            <a:xfrm flipV="1">
              <a:off x="3805699" y="1546860"/>
              <a:ext cx="589517" cy="1269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36" name="Straight Arrow Connector 35">
              <a:extLst>
                <a:ext uri="{FF2B5EF4-FFF2-40B4-BE49-F238E27FC236}">
                  <a16:creationId xmlns:a16="http://schemas.microsoft.com/office/drawing/2014/main" id="{F3C549D6-FF4C-1B45-A3ED-0E21615A9748}"/>
                </a:ext>
              </a:extLst>
            </p:cNvPr>
            <p:cNvCxnSpPr>
              <a:stCxn id="24" idx="3"/>
              <a:endCxn id="20" idx="1"/>
            </p:cNvCxnSpPr>
            <p:nvPr/>
          </p:nvCxnSpPr>
          <p:spPr>
            <a:xfrm>
              <a:off x="5852160" y="1546860"/>
              <a:ext cx="495540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38" name="Straight Arrow Connector 37">
              <a:extLst>
                <a:ext uri="{FF2B5EF4-FFF2-40B4-BE49-F238E27FC236}">
                  <a16:creationId xmlns:a16="http://schemas.microsoft.com/office/drawing/2014/main" id="{61B7315D-9A18-0B39-00A8-C588E9030025}"/>
                </a:ext>
              </a:extLst>
            </p:cNvPr>
            <p:cNvCxnSpPr>
              <a:stCxn id="20" idx="3"/>
              <a:endCxn id="13" idx="2"/>
            </p:cNvCxnSpPr>
            <p:nvPr/>
          </p:nvCxnSpPr>
          <p:spPr>
            <a:xfrm flipV="1">
              <a:off x="7804643" y="1543557"/>
              <a:ext cx="645778" cy="3303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40" name="Straight Arrow Connector 39">
              <a:extLst>
                <a:ext uri="{FF2B5EF4-FFF2-40B4-BE49-F238E27FC236}">
                  <a16:creationId xmlns:a16="http://schemas.microsoft.com/office/drawing/2014/main" id="{F2D58ECA-A51C-44FD-6730-EF8763337F5D}"/>
                </a:ext>
              </a:extLst>
            </p:cNvPr>
            <p:cNvCxnSpPr>
              <a:stCxn id="20" idx="2"/>
              <a:endCxn id="58" idx="0"/>
            </p:cNvCxnSpPr>
            <p:nvPr/>
          </p:nvCxnSpPr>
          <p:spPr>
            <a:xfrm>
              <a:off x="7076172" y="1812036"/>
              <a:ext cx="0" cy="538787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42" name="Straight Arrow Connector 41">
              <a:extLst>
                <a:ext uri="{FF2B5EF4-FFF2-40B4-BE49-F238E27FC236}">
                  <a16:creationId xmlns:a16="http://schemas.microsoft.com/office/drawing/2014/main" id="{645D5B8B-7D4E-1036-130C-40C221BDBEBF}"/>
                </a:ext>
              </a:extLst>
            </p:cNvPr>
            <p:cNvCxnSpPr>
              <a:stCxn id="13" idx="3"/>
              <a:endCxn id="57" idx="0"/>
            </p:cNvCxnSpPr>
            <p:nvPr/>
          </p:nvCxnSpPr>
          <p:spPr>
            <a:xfrm>
              <a:off x="9154762" y="1757172"/>
              <a:ext cx="655" cy="493776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78" name="Straight Arrow Connector 77">
              <a:extLst>
                <a:ext uri="{FF2B5EF4-FFF2-40B4-BE49-F238E27FC236}">
                  <a16:creationId xmlns:a16="http://schemas.microsoft.com/office/drawing/2014/main" id="{3E0B055F-0174-51C2-9763-EADAF4604B8C}"/>
                </a:ext>
              </a:extLst>
            </p:cNvPr>
            <p:cNvCxnSpPr/>
            <p:nvPr/>
          </p:nvCxnSpPr>
          <p:spPr>
            <a:xfrm>
              <a:off x="9917908" y="2496408"/>
              <a:ext cx="635232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80" name="Straight Arrow Connector 79">
              <a:extLst>
                <a:ext uri="{FF2B5EF4-FFF2-40B4-BE49-F238E27FC236}">
                  <a16:creationId xmlns:a16="http://schemas.microsoft.com/office/drawing/2014/main" id="{7E561A5F-68EC-D7F0-3EDD-EA2C39CA007E}"/>
                </a:ext>
              </a:extLst>
            </p:cNvPr>
            <p:cNvCxnSpPr/>
            <p:nvPr/>
          </p:nvCxnSpPr>
          <p:spPr>
            <a:xfrm flipH="1">
              <a:off x="9917908" y="2679192"/>
              <a:ext cx="635232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82" name="Straight Arrow Connector 81">
              <a:extLst>
                <a:ext uri="{FF2B5EF4-FFF2-40B4-BE49-F238E27FC236}">
                  <a16:creationId xmlns:a16="http://schemas.microsoft.com/office/drawing/2014/main" id="{3C20B47F-2C45-9A57-01AE-77327090404B}"/>
                </a:ext>
              </a:extLst>
            </p:cNvPr>
            <p:cNvCxnSpPr/>
            <p:nvPr/>
          </p:nvCxnSpPr>
          <p:spPr>
            <a:xfrm>
              <a:off x="7804643" y="2688432"/>
              <a:ext cx="583408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83" name="Straight Arrow Connector 82">
              <a:extLst>
                <a:ext uri="{FF2B5EF4-FFF2-40B4-BE49-F238E27FC236}">
                  <a16:creationId xmlns:a16="http://schemas.microsoft.com/office/drawing/2014/main" id="{20A3D7F3-CCCD-DBE5-9A80-EB9BDF0943D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804643" y="2487264"/>
              <a:ext cx="588282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86" name="Straight Arrow Connector 85">
              <a:extLst>
                <a:ext uri="{FF2B5EF4-FFF2-40B4-BE49-F238E27FC236}">
                  <a16:creationId xmlns:a16="http://schemas.microsoft.com/office/drawing/2014/main" id="{893CE6EB-5F08-2544-FBEF-9F402634C635}"/>
                </a:ext>
              </a:extLst>
            </p:cNvPr>
            <p:cNvCxnSpPr>
              <a:stCxn id="57" idx="2"/>
              <a:endCxn id="65" idx="0"/>
            </p:cNvCxnSpPr>
            <p:nvPr/>
          </p:nvCxnSpPr>
          <p:spPr>
            <a:xfrm flipH="1">
              <a:off x="9153098" y="2973324"/>
              <a:ext cx="2319" cy="438912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88" name="Straight Arrow Connector 87">
              <a:extLst>
                <a:ext uri="{FF2B5EF4-FFF2-40B4-BE49-F238E27FC236}">
                  <a16:creationId xmlns:a16="http://schemas.microsoft.com/office/drawing/2014/main" id="{22BF4B43-010E-23AE-6AD0-F5E5F96FEA61}"/>
                </a:ext>
              </a:extLst>
            </p:cNvPr>
            <p:cNvCxnSpPr>
              <a:stCxn id="65" idx="3"/>
              <a:endCxn id="59" idx="1"/>
            </p:cNvCxnSpPr>
            <p:nvPr/>
          </p:nvCxnSpPr>
          <p:spPr>
            <a:xfrm>
              <a:off x="9909000" y="3728466"/>
              <a:ext cx="644140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90" name="Straight Arrow Connector 89">
              <a:extLst>
                <a:ext uri="{FF2B5EF4-FFF2-40B4-BE49-F238E27FC236}">
                  <a16:creationId xmlns:a16="http://schemas.microsoft.com/office/drawing/2014/main" id="{5499AD5B-5E5D-6CD8-7D9B-11CB9F71C4DE}"/>
                </a:ext>
              </a:extLst>
            </p:cNvPr>
            <p:cNvCxnSpPr>
              <a:stCxn id="65" idx="2"/>
              <a:endCxn id="60" idx="1"/>
            </p:cNvCxnSpPr>
            <p:nvPr/>
          </p:nvCxnSpPr>
          <p:spPr>
            <a:xfrm>
              <a:off x="9153098" y="4044696"/>
              <a:ext cx="3477" cy="485452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92" name="Connector: Elbow 91">
              <a:extLst>
                <a:ext uri="{FF2B5EF4-FFF2-40B4-BE49-F238E27FC236}">
                  <a16:creationId xmlns:a16="http://schemas.microsoft.com/office/drawing/2014/main" id="{674953EC-953A-2AA2-509D-D07E52184CE1}"/>
                </a:ext>
              </a:extLst>
            </p:cNvPr>
            <p:cNvCxnSpPr>
              <a:stCxn id="59" idx="2"/>
              <a:endCxn id="60" idx="4"/>
            </p:cNvCxnSpPr>
            <p:nvPr/>
          </p:nvCxnSpPr>
          <p:spPr>
            <a:xfrm rot="5400000">
              <a:off x="10216023" y="3691703"/>
              <a:ext cx="745646" cy="1451632"/>
            </a:xfrm>
            <a:prstGeom prst="bentConnector2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94" name="Straight Arrow Connector 93">
              <a:extLst>
                <a:ext uri="{FF2B5EF4-FFF2-40B4-BE49-F238E27FC236}">
                  <a16:creationId xmlns:a16="http://schemas.microsoft.com/office/drawing/2014/main" id="{B818D712-06F0-C025-7D3D-D319D7101436}"/>
                </a:ext>
              </a:extLst>
            </p:cNvPr>
            <p:cNvCxnSpPr>
              <a:cxnSpLocks/>
              <a:stCxn id="60" idx="2"/>
              <a:endCxn id="63" idx="3"/>
            </p:cNvCxnSpPr>
            <p:nvPr/>
          </p:nvCxnSpPr>
          <p:spPr>
            <a:xfrm flipH="1" flipV="1">
              <a:off x="6615871" y="4789170"/>
              <a:ext cx="1834248" cy="1172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98" name="Connector: Elbow 97">
              <a:extLst>
                <a:ext uri="{FF2B5EF4-FFF2-40B4-BE49-F238E27FC236}">
                  <a16:creationId xmlns:a16="http://schemas.microsoft.com/office/drawing/2014/main" id="{CF2047C0-B234-454C-A941-7704BDE22454}"/>
                </a:ext>
              </a:extLst>
            </p:cNvPr>
            <p:cNvCxnSpPr>
              <a:cxnSpLocks/>
              <a:stCxn id="63" idx="1"/>
              <a:endCxn id="17" idx="2"/>
            </p:cNvCxnSpPr>
            <p:nvPr/>
          </p:nvCxnSpPr>
          <p:spPr>
            <a:xfrm rot="10800000">
              <a:off x="3014488" y="4230432"/>
              <a:ext cx="1380726" cy="558739"/>
            </a:xfrm>
            <a:prstGeom prst="bentConnector2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00" name="Connector: Elbow 99">
              <a:extLst>
                <a:ext uri="{FF2B5EF4-FFF2-40B4-BE49-F238E27FC236}">
                  <a16:creationId xmlns:a16="http://schemas.microsoft.com/office/drawing/2014/main" id="{F0C8EDDE-1843-CBCA-C82D-2EE433AEB7B4}"/>
                </a:ext>
              </a:extLst>
            </p:cNvPr>
            <p:cNvCxnSpPr>
              <a:cxnSpLocks/>
              <a:stCxn id="63" idx="2"/>
              <a:endCxn id="67" idx="2"/>
            </p:cNvCxnSpPr>
            <p:nvPr/>
          </p:nvCxnSpPr>
          <p:spPr>
            <a:xfrm rot="16200000" flipH="1">
              <a:off x="5635502" y="4975441"/>
              <a:ext cx="660302" cy="920220"/>
            </a:xfrm>
            <a:prstGeom prst="bentConnector2">
              <a:avLst/>
            </a:prstGeom>
            <a:ln>
              <a:prstDash val="dash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03" name="Straight Arrow Connector 102">
              <a:extLst>
                <a:ext uri="{FF2B5EF4-FFF2-40B4-BE49-F238E27FC236}">
                  <a16:creationId xmlns:a16="http://schemas.microsoft.com/office/drawing/2014/main" id="{6DF0944B-DF3B-FBF9-B2FA-2ACBDE23B968}"/>
                </a:ext>
              </a:extLst>
            </p:cNvPr>
            <p:cNvCxnSpPr>
              <a:cxnSpLocks/>
              <a:endCxn id="61" idx="1"/>
            </p:cNvCxnSpPr>
            <p:nvPr/>
          </p:nvCxnSpPr>
          <p:spPr>
            <a:xfrm>
              <a:off x="3516453" y="3728465"/>
              <a:ext cx="878761" cy="1"/>
            </a:xfrm>
            <a:prstGeom prst="straightConnector1">
              <a:avLst/>
            </a:prstGeom>
            <a:ln>
              <a:prstDash val="dash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05" name="Straight Arrow Connector 104">
              <a:extLst>
                <a:ext uri="{FF2B5EF4-FFF2-40B4-BE49-F238E27FC236}">
                  <a16:creationId xmlns:a16="http://schemas.microsoft.com/office/drawing/2014/main" id="{3DEFA6A6-54D3-A975-2E74-ACF839F82619}"/>
                </a:ext>
              </a:extLst>
            </p:cNvPr>
            <p:cNvCxnSpPr>
              <a:cxnSpLocks/>
              <a:endCxn id="62" idx="3"/>
            </p:cNvCxnSpPr>
            <p:nvPr/>
          </p:nvCxnSpPr>
          <p:spPr>
            <a:xfrm flipH="1" flipV="1">
              <a:off x="5123687" y="2974848"/>
              <a:ext cx="10134" cy="405384"/>
            </a:xfrm>
            <a:prstGeom prst="straightConnector1">
              <a:avLst/>
            </a:prstGeom>
            <a:ln>
              <a:solidFill>
                <a:schemeClr val="tx1"/>
              </a:solidFill>
              <a:prstDash val="dash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09" name="Straight Arrow Connector 108">
              <a:extLst>
                <a:ext uri="{FF2B5EF4-FFF2-40B4-BE49-F238E27FC236}">
                  <a16:creationId xmlns:a16="http://schemas.microsoft.com/office/drawing/2014/main" id="{452208B9-71BD-B2E0-3CE2-EE501E854A49}"/>
                </a:ext>
              </a:extLst>
            </p:cNvPr>
            <p:cNvCxnSpPr>
              <a:cxnSpLocks/>
              <a:stCxn id="67" idx="4"/>
              <a:endCxn id="66" idx="1"/>
            </p:cNvCxnSpPr>
            <p:nvPr/>
          </p:nvCxnSpPr>
          <p:spPr>
            <a:xfrm flipV="1">
              <a:off x="7511525" y="5764530"/>
              <a:ext cx="938594" cy="1172"/>
            </a:xfrm>
            <a:prstGeom prst="straightConnector1">
              <a:avLst/>
            </a:prstGeom>
            <a:ln>
              <a:prstDash val="dash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13" name="Connector: Elbow 112">
              <a:extLst>
                <a:ext uri="{FF2B5EF4-FFF2-40B4-BE49-F238E27FC236}">
                  <a16:creationId xmlns:a16="http://schemas.microsoft.com/office/drawing/2014/main" id="{E9FC4317-5ABC-E301-8B89-0205BE05C6C3}"/>
                </a:ext>
              </a:extLst>
            </p:cNvPr>
            <p:cNvCxnSpPr>
              <a:cxnSpLocks/>
              <a:stCxn id="66" idx="0"/>
              <a:endCxn id="58" idx="3"/>
            </p:cNvCxnSpPr>
            <p:nvPr/>
          </p:nvCxnSpPr>
          <p:spPr>
            <a:xfrm rot="16200000" flipV="1">
              <a:off x="7006214" y="3044806"/>
              <a:ext cx="2473452" cy="2333536"/>
            </a:xfrm>
            <a:prstGeom prst="bentConnector3">
              <a:avLst>
                <a:gd name="adj1" fmla="val 10444"/>
              </a:avLst>
            </a:prstGeom>
            <a:ln>
              <a:prstDash val="dash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51" name="Straight Connector 150">
              <a:extLst>
                <a:ext uri="{FF2B5EF4-FFF2-40B4-BE49-F238E27FC236}">
                  <a16:creationId xmlns:a16="http://schemas.microsoft.com/office/drawing/2014/main" id="{2888B481-7A39-096A-3CD3-DE70ED41D2BB}"/>
                </a:ext>
              </a:extLst>
            </p:cNvPr>
            <p:cNvCxnSpPr>
              <a:cxnSpLocks/>
              <a:stCxn id="64" idx="3"/>
            </p:cNvCxnSpPr>
            <p:nvPr/>
          </p:nvCxnSpPr>
          <p:spPr>
            <a:xfrm>
              <a:off x="1737360" y="4748784"/>
              <a:ext cx="393192" cy="0"/>
            </a:xfrm>
            <a:prstGeom prst="line">
              <a:avLst/>
            </a:prstGeom>
            <a:ln>
              <a:headEnd type="triangle" w="med" len="med"/>
              <a:tailEnd type="none" w="med" len="med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53" name="Straight Connector 152">
              <a:extLst>
                <a:ext uri="{FF2B5EF4-FFF2-40B4-BE49-F238E27FC236}">
                  <a16:creationId xmlns:a16="http://schemas.microsoft.com/office/drawing/2014/main" id="{997A810C-FDE1-B67A-673F-F3A557A0CB4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122932" y="3728465"/>
              <a:ext cx="0" cy="1020319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55" name="Straight Connector 154">
              <a:extLst>
                <a:ext uri="{FF2B5EF4-FFF2-40B4-BE49-F238E27FC236}">
                  <a16:creationId xmlns:a16="http://schemas.microsoft.com/office/drawing/2014/main" id="{48767D13-55AF-5E73-A0F8-293F3EB6BE56}"/>
                </a:ext>
              </a:extLst>
            </p:cNvPr>
            <p:cNvCxnSpPr>
              <a:cxnSpLocks/>
            </p:cNvCxnSpPr>
            <p:nvPr/>
          </p:nvCxnSpPr>
          <p:spPr>
            <a:xfrm>
              <a:off x="2121408" y="3728465"/>
              <a:ext cx="466344" cy="0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66" name="Connector: Elbow 165">
              <a:extLst>
                <a:ext uri="{FF2B5EF4-FFF2-40B4-BE49-F238E27FC236}">
                  <a16:creationId xmlns:a16="http://schemas.microsoft.com/office/drawing/2014/main" id="{81C65EEC-4071-5E36-0065-18102D4C3BE8}"/>
                </a:ext>
              </a:extLst>
            </p:cNvPr>
            <p:cNvCxnSpPr>
              <a:cxnSpLocks/>
              <a:endCxn id="56" idx="3"/>
            </p:cNvCxnSpPr>
            <p:nvPr/>
          </p:nvCxnSpPr>
          <p:spPr>
            <a:xfrm rot="10800000">
              <a:off x="1737361" y="2612136"/>
              <a:ext cx="1152317" cy="611124"/>
            </a:xfrm>
            <a:prstGeom prst="bentConnector3">
              <a:avLst>
                <a:gd name="adj1" fmla="val 735"/>
              </a:avLst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73" name="Straight Arrow Connector 172">
              <a:extLst>
                <a:ext uri="{FF2B5EF4-FFF2-40B4-BE49-F238E27FC236}">
                  <a16:creationId xmlns:a16="http://schemas.microsoft.com/office/drawing/2014/main" id="{43D634BE-31AE-A930-E307-79675B0A6951}"/>
                </a:ext>
              </a:extLst>
            </p:cNvPr>
            <p:cNvCxnSpPr>
              <a:cxnSpLocks/>
              <a:stCxn id="56" idx="0"/>
              <a:endCxn id="55" idx="2"/>
            </p:cNvCxnSpPr>
            <p:nvPr/>
          </p:nvCxnSpPr>
          <p:spPr>
            <a:xfrm flipV="1">
              <a:off x="941832" y="1836420"/>
              <a:ext cx="3462" cy="414528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75" name="Straight Arrow Connector 174">
              <a:extLst>
                <a:ext uri="{FF2B5EF4-FFF2-40B4-BE49-F238E27FC236}">
                  <a16:creationId xmlns:a16="http://schemas.microsoft.com/office/drawing/2014/main" id="{E8C2BC04-FB25-AFA6-0C83-90D85821B5FD}"/>
                </a:ext>
              </a:extLst>
            </p:cNvPr>
            <p:cNvCxnSpPr>
              <a:cxnSpLocks/>
              <a:stCxn id="55" idx="3"/>
              <a:endCxn id="54" idx="2"/>
            </p:cNvCxnSpPr>
            <p:nvPr/>
          </p:nvCxnSpPr>
          <p:spPr>
            <a:xfrm flipV="1">
              <a:off x="1744284" y="1548129"/>
              <a:ext cx="478993" cy="1779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77" name="Connector: Elbow 176">
              <a:extLst>
                <a:ext uri="{FF2B5EF4-FFF2-40B4-BE49-F238E27FC236}">
                  <a16:creationId xmlns:a16="http://schemas.microsoft.com/office/drawing/2014/main" id="{937361AC-5BC3-026B-3653-708B57FC5409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3159761" y="2487262"/>
              <a:ext cx="1249775" cy="734730"/>
            </a:xfrm>
            <a:prstGeom prst="bentConnector3">
              <a:avLst>
                <a:gd name="adj1" fmla="val 99793"/>
              </a:avLst>
            </a:prstGeom>
            <a:ln>
              <a:prstDash val="dash"/>
              <a:headEnd type="triangle" w="med" len="med"/>
              <a:tailEnd type="triangle" w="med" len="med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98" name="Connector: Elbow 197">
              <a:extLst>
                <a:ext uri="{FF2B5EF4-FFF2-40B4-BE49-F238E27FC236}">
                  <a16:creationId xmlns:a16="http://schemas.microsoft.com/office/drawing/2014/main" id="{BA8F1A4B-01A4-11E8-378F-60F0E6E6EBF6}"/>
                </a:ext>
              </a:extLst>
            </p:cNvPr>
            <p:cNvCxnSpPr>
              <a:cxnSpLocks/>
              <a:endCxn id="62" idx="2"/>
            </p:cNvCxnSpPr>
            <p:nvPr/>
          </p:nvCxnSpPr>
          <p:spPr>
            <a:xfrm rot="5400000" flipH="1" flipV="1">
              <a:off x="3196786" y="3468879"/>
              <a:ext cx="2053648" cy="343210"/>
            </a:xfrm>
            <a:prstGeom prst="bentConnector2">
              <a:avLst/>
            </a:prstGeom>
            <a:ln>
              <a:prstDash val="dash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10" name="Straight Arrow Connector 209">
              <a:extLst>
                <a:ext uri="{FF2B5EF4-FFF2-40B4-BE49-F238E27FC236}">
                  <a16:creationId xmlns:a16="http://schemas.microsoft.com/office/drawing/2014/main" id="{529515B2-14A0-5DB1-33A5-B80483A9852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052005" y="4667308"/>
              <a:ext cx="343209" cy="0"/>
            </a:xfrm>
            <a:prstGeom prst="straightConnector1">
              <a:avLst/>
            </a:prstGeom>
            <a:ln>
              <a:prstDash val="dash"/>
              <a:headEnd type="none" w="med" len="med"/>
              <a:tailEnd type="none" w="med" len="med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224" name="Rectangle: Rounded Corners 223">
              <a:extLst>
                <a:ext uri="{FF2B5EF4-FFF2-40B4-BE49-F238E27FC236}">
                  <a16:creationId xmlns:a16="http://schemas.microsoft.com/office/drawing/2014/main" id="{D03AB27B-21F2-EE19-54E3-030F281BCE77}"/>
                </a:ext>
              </a:extLst>
            </p:cNvPr>
            <p:cNvSpPr/>
            <p:nvPr/>
          </p:nvSpPr>
          <p:spPr>
            <a:xfrm>
              <a:off x="2334800" y="5412736"/>
              <a:ext cx="1591056" cy="722376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Chuyển văn bản thành âm thanh</a:t>
              </a:r>
              <a:endParaRPr lang="en-US" sz="1300" dirty="0">
                <a:solidFill>
                  <a:schemeClr val="tx1"/>
                </a:solidFill>
                <a:latin typeface="+mj-lt"/>
              </a:endParaRPr>
            </a:p>
          </p:txBody>
        </p:sp>
        <p:cxnSp>
          <p:nvCxnSpPr>
            <p:cNvPr id="228" name="Connector: Elbow 227">
              <a:extLst>
                <a:ext uri="{FF2B5EF4-FFF2-40B4-BE49-F238E27FC236}">
                  <a16:creationId xmlns:a16="http://schemas.microsoft.com/office/drawing/2014/main" id="{7D7E927B-54AD-7885-BFAA-9003CE363D33}"/>
                </a:ext>
              </a:extLst>
            </p:cNvPr>
            <p:cNvCxnSpPr>
              <a:cxnSpLocks/>
              <a:endCxn id="224" idx="3"/>
            </p:cNvCxnSpPr>
            <p:nvPr/>
          </p:nvCxnSpPr>
          <p:spPr>
            <a:xfrm rot="10800000" flipV="1">
              <a:off x="3925856" y="5113014"/>
              <a:ext cx="1197832" cy="660909"/>
            </a:xfrm>
            <a:prstGeom prst="bentConnector3">
              <a:avLst>
                <a:gd name="adj1" fmla="val -256"/>
              </a:avLst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30" name="Straight Arrow Connector 229">
              <a:extLst>
                <a:ext uri="{FF2B5EF4-FFF2-40B4-BE49-F238E27FC236}">
                  <a16:creationId xmlns:a16="http://schemas.microsoft.com/office/drawing/2014/main" id="{A46722BE-4CA8-7DD3-2630-4333F32F733F}"/>
                </a:ext>
              </a:extLst>
            </p:cNvPr>
            <p:cNvCxnSpPr/>
            <p:nvPr/>
          </p:nvCxnSpPr>
          <p:spPr>
            <a:xfrm flipV="1">
              <a:off x="2874264" y="4230431"/>
              <a:ext cx="0" cy="1174685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54" name="Connector: Elbow 253">
              <a:extLst>
                <a:ext uri="{FF2B5EF4-FFF2-40B4-BE49-F238E27FC236}">
                  <a16:creationId xmlns:a16="http://schemas.microsoft.com/office/drawing/2014/main" id="{852310E1-ECBE-0632-B85C-693B6D5BBD09}"/>
                </a:ext>
              </a:extLst>
            </p:cNvPr>
            <p:cNvCxnSpPr>
              <a:cxnSpLocks/>
              <a:stCxn id="6" idx="3"/>
              <a:endCxn id="13" idx="1"/>
            </p:cNvCxnSpPr>
            <p:nvPr/>
          </p:nvCxnSpPr>
          <p:spPr>
            <a:xfrm rot="16200000" flipH="1">
              <a:off x="7839115" y="14295"/>
              <a:ext cx="552702" cy="2078591"/>
            </a:xfrm>
            <a:prstGeom prst="bentConnector3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256" name="TextBox 255">
              <a:extLst>
                <a:ext uri="{FF2B5EF4-FFF2-40B4-BE49-F238E27FC236}">
                  <a16:creationId xmlns:a16="http://schemas.microsoft.com/office/drawing/2014/main" id="{22B93CA2-65CF-9AD2-0E86-AC44B7FD0C5C}"/>
                </a:ext>
              </a:extLst>
            </p:cNvPr>
            <p:cNvSpPr txBox="1"/>
            <p:nvPr/>
          </p:nvSpPr>
          <p:spPr>
            <a:xfrm>
              <a:off x="1772212" y="134112"/>
              <a:ext cx="409086" cy="3231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500" dirty="0">
                  <a:latin typeface="+mj-lt"/>
                </a:rPr>
                <a:t>(1)</a:t>
              </a:r>
              <a:endParaRPr lang="en-US" sz="1500" dirty="0">
                <a:latin typeface="+mj-lt"/>
              </a:endParaRPr>
            </a:p>
          </p:txBody>
        </p:sp>
        <p:sp>
          <p:nvSpPr>
            <p:cNvPr id="257" name="TextBox 256">
              <a:extLst>
                <a:ext uri="{FF2B5EF4-FFF2-40B4-BE49-F238E27FC236}">
                  <a16:creationId xmlns:a16="http://schemas.microsoft.com/office/drawing/2014/main" id="{61D55E67-B00D-8BED-A339-F3413189BEAC}"/>
                </a:ext>
              </a:extLst>
            </p:cNvPr>
            <p:cNvSpPr txBox="1"/>
            <p:nvPr/>
          </p:nvSpPr>
          <p:spPr>
            <a:xfrm>
              <a:off x="3929174" y="134112"/>
              <a:ext cx="409086" cy="3231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500" dirty="0">
                  <a:latin typeface="+mj-lt"/>
                </a:rPr>
                <a:t>(2)</a:t>
              </a:r>
              <a:endParaRPr lang="en-US" sz="1500" dirty="0">
                <a:latin typeface="+mj-lt"/>
              </a:endParaRPr>
            </a:p>
          </p:txBody>
        </p:sp>
        <p:sp>
          <p:nvSpPr>
            <p:cNvPr id="258" name="TextBox 257">
              <a:extLst>
                <a:ext uri="{FF2B5EF4-FFF2-40B4-BE49-F238E27FC236}">
                  <a16:creationId xmlns:a16="http://schemas.microsoft.com/office/drawing/2014/main" id="{32C67A7E-6D70-06C9-0053-8516DF9413F7}"/>
                </a:ext>
              </a:extLst>
            </p:cNvPr>
            <p:cNvSpPr txBox="1"/>
            <p:nvPr/>
          </p:nvSpPr>
          <p:spPr>
            <a:xfrm>
              <a:off x="5872513" y="134112"/>
              <a:ext cx="409086" cy="3231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500" dirty="0">
                  <a:latin typeface="+mj-lt"/>
                </a:rPr>
                <a:t>(3)</a:t>
              </a:r>
              <a:endParaRPr lang="en-US" sz="1500" dirty="0">
                <a:latin typeface="+mj-lt"/>
              </a:endParaRPr>
            </a:p>
          </p:txBody>
        </p:sp>
        <p:sp>
          <p:nvSpPr>
            <p:cNvPr id="259" name="TextBox 258">
              <a:extLst>
                <a:ext uri="{FF2B5EF4-FFF2-40B4-BE49-F238E27FC236}">
                  <a16:creationId xmlns:a16="http://schemas.microsoft.com/office/drawing/2014/main" id="{506C6AEB-3584-B844-10D1-018A0F7DFCF8}"/>
                </a:ext>
              </a:extLst>
            </p:cNvPr>
            <p:cNvSpPr txBox="1"/>
            <p:nvPr/>
          </p:nvSpPr>
          <p:spPr>
            <a:xfrm>
              <a:off x="7855913" y="134112"/>
              <a:ext cx="553357" cy="3231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500" dirty="0">
                  <a:latin typeface="+mj-lt"/>
                </a:rPr>
                <a:t>(4.1)</a:t>
              </a:r>
              <a:endParaRPr lang="en-US" sz="1500" dirty="0">
                <a:latin typeface="+mj-lt"/>
              </a:endParaRPr>
            </a:p>
          </p:txBody>
        </p:sp>
        <p:sp>
          <p:nvSpPr>
            <p:cNvPr id="260" name="TextBox 259">
              <a:extLst>
                <a:ext uri="{FF2B5EF4-FFF2-40B4-BE49-F238E27FC236}">
                  <a16:creationId xmlns:a16="http://schemas.microsoft.com/office/drawing/2014/main" id="{B0E2ADE8-3471-6F13-21D8-7180FB0E588B}"/>
                </a:ext>
              </a:extLst>
            </p:cNvPr>
            <p:cNvSpPr txBox="1"/>
            <p:nvPr/>
          </p:nvSpPr>
          <p:spPr>
            <a:xfrm>
              <a:off x="10024057" y="134112"/>
              <a:ext cx="553357" cy="3231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500" dirty="0">
                  <a:latin typeface="+mj-lt"/>
                </a:rPr>
                <a:t>(4.2)</a:t>
              </a:r>
              <a:endParaRPr lang="en-US" sz="1500" dirty="0">
                <a:latin typeface="+mj-lt"/>
              </a:endParaRPr>
            </a:p>
          </p:txBody>
        </p:sp>
        <p:sp>
          <p:nvSpPr>
            <p:cNvPr id="261" name="TextBox 260">
              <a:extLst>
                <a:ext uri="{FF2B5EF4-FFF2-40B4-BE49-F238E27FC236}">
                  <a16:creationId xmlns:a16="http://schemas.microsoft.com/office/drawing/2014/main" id="{107413D4-2765-49C5-21A5-A5F246165B11}"/>
                </a:ext>
              </a:extLst>
            </p:cNvPr>
            <p:cNvSpPr txBox="1"/>
            <p:nvPr/>
          </p:nvSpPr>
          <p:spPr>
            <a:xfrm>
              <a:off x="9387318" y="828386"/>
              <a:ext cx="553357" cy="3231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500" dirty="0">
                  <a:latin typeface="+mj-lt"/>
                </a:rPr>
                <a:t>(4.3)</a:t>
              </a:r>
              <a:endParaRPr lang="en-US" sz="1500" dirty="0">
                <a:latin typeface="+mj-lt"/>
              </a:endParaRPr>
            </a:p>
          </p:txBody>
        </p:sp>
        <p:sp>
          <p:nvSpPr>
            <p:cNvPr id="262" name="TextBox 261">
              <a:extLst>
                <a:ext uri="{FF2B5EF4-FFF2-40B4-BE49-F238E27FC236}">
                  <a16:creationId xmlns:a16="http://schemas.microsoft.com/office/drawing/2014/main" id="{CA0B72E3-23AF-3415-3BEA-BEA97E9B800A}"/>
                </a:ext>
              </a:extLst>
            </p:cNvPr>
            <p:cNvSpPr txBox="1"/>
            <p:nvPr/>
          </p:nvSpPr>
          <p:spPr>
            <a:xfrm>
              <a:off x="7884959" y="749514"/>
              <a:ext cx="409086" cy="3231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500" dirty="0">
                  <a:latin typeface="+mj-lt"/>
                </a:rPr>
                <a:t>(5)</a:t>
              </a:r>
              <a:endParaRPr lang="en-US" sz="1500" dirty="0">
                <a:latin typeface="+mj-lt"/>
              </a:endParaRPr>
            </a:p>
          </p:txBody>
        </p:sp>
        <p:sp>
          <p:nvSpPr>
            <p:cNvPr id="266" name="TextBox 265">
              <a:extLst>
                <a:ext uri="{FF2B5EF4-FFF2-40B4-BE49-F238E27FC236}">
                  <a16:creationId xmlns:a16="http://schemas.microsoft.com/office/drawing/2014/main" id="{FBD1815C-B498-6ECC-F936-4F6E255851B8}"/>
                </a:ext>
              </a:extLst>
            </p:cNvPr>
            <p:cNvSpPr txBox="1"/>
            <p:nvPr/>
          </p:nvSpPr>
          <p:spPr>
            <a:xfrm>
              <a:off x="9137586" y="1809711"/>
              <a:ext cx="498150" cy="3231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500" dirty="0">
                  <a:latin typeface="+mj-lt"/>
                </a:rPr>
                <a:t>(11)</a:t>
              </a:r>
              <a:endParaRPr lang="en-US" sz="1500" dirty="0">
                <a:latin typeface="+mj-lt"/>
              </a:endParaRPr>
            </a:p>
          </p:txBody>
        </p:sp>
        <p:sp>
          <p:nvSpPr>
            <p:cNvPr id="267" name="TextBox 266">
              <a:extLst>
                <a:ext uri="{FF2B5EF4-FFF2-40B4-BE49-F238E27FC236}">
                  <a16:creationId xmlns:a16="http://schemas.microsoft.com/office/drawing/2014/main" id="{551C35FC-20B1-30B2-8408-717CAD357B0D}"/>
                </a:ext>
              </a:extLst>
            </p:cNvPr>
            <p:cNvSpPr txBox="1"/>
            <p:nvPr/>
          </p:nvSpPr>
          <p:spPr>
            <a:xfrm>
              <a:off x="9876321" y="1681735"/>
              <a:ext cx="409086" cy="3231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500" dirty="0">
                  <a:latin typeface="+mj-lt"/>
                </a:rPr>
                <a:t>(6)</a:t>
              </a:r>
              <a:endParaRPr lang="en-US" sz="1500" dirty="0">
                <a:latin typeface="+mj-lt"/>
              </a:endParaRPr>
            </a:p>
          </p:txBody>
        </p:sp>
        <p:sp>
          <p:nvSpPr>
            <p:cNvPr id="268" name="TextBox 267">
              <a:extLst>
                <a:ext uri="{FF2B5EF4-FFF2-40B4-BE49-F238E27FC236}">
                  <a16:creationId xmlns:a16="http://schemas.microsoft.com/office/drawing/2014/main" id="{6E05D608-E9BE-51D7-9560-703B4F871F31}"/>
                </a:ext>
              </a:extLst>
            </p:cNvPr>
            <p:cNvSpPr txBox="1"/>
            <p:nvPr/>
          </p:nvSpPr>
          <p:spPr>
            <a:xfrm>
              <a:off x="9903603" y="3392552"/>
              <a:ext cx="649537" cy="3231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500" dirty="0">
                  <a:latin typeface="+mj-lt"/>
                </a:rPr>
                <a:t>(14.1)</a:t>
              </a:r>
              <a:endParaRPr lang="en-US" sz="1500" dirty="0">
                <a:latin typeface="+mj-lt"/>
              </a:endParaRPr>
            </a:p>
          </p:txBody>
        </p:sp>
        <p:sp>
          <p:nvSpPr>
            <p:cNvPr id="269" name="TextBox 268">
              <a:extLst>
                <a:ext uri="{FF2B5EF4-FFF2-40B4-BE49-F238E27FC236}">
                  <a16:creationId xmlns:a16="http://schemas.microsoft.com/office/drawing/2014/main" id="{DE2E276B-2324-A476-F504-B8EBB4EC0CF4}"/>
                </a:ext>
              </a:extLst>
            </p:cNvPr>
            <p:cNvSpPr txBox="1"/>
            <p:nvPr/>
          </p:nvSpPr>
          <p:spPr>
            <a:xfrm>
              <a:off x="9151650" y="3015957"/>
              <a:ext cx="505267" cy="3231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500" dirty="0">
                  <a:latin typeface="+mj-lt"/>
                </a:rPr>
                <a:t>(13)</a:t>
              </a:r>
              <a:endParaRPr lang="en-US" sz="1500" dirty="0">
                <a:latin typeface="+mj-lt"/>
              </a:endParaRPr>
            </a:p>
          </p:txBody>
        </p:sp>
        <p:sp>
          <p:nvSpPr>
            <p:cNvPr id="270" name="TextBox 269">
              <a:extLst>
                <a:ext uri="{FF2B5EF4-FFF2-40B4-BE49-F238E27FC236}">
                  <a16:creationId xmlns:a16="http://schemas.microsoft.com/office/drawing/2014/main" id="{80D3B9EA-0FD0-EC27-68F6-A4AF329F7A29}"/>
                </a:ext>
              </a:extLst>
            </p:cNvPr>
            <p:cNvSpPr txBox="1"/>
            <p:nvPr/>
          </p:nvSpPr>
          <p:spPr>
            <a:xfrm>
              <a:off x="7784321" y="2173243"/>
              <a:ext cx="649537" cy="3231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500" dirty="0">
                  <a:latin typeface="+mj-lt"/>
                </a:rPr>
                <a:t>(12.2)</a:t>
              </a:r>
              <a:endParaRPr lang="en-US" sz="1500" dirty="0">
                <a:latin typeface="+mj-lt"/>
              </a:endParaRPr>
            </a:p>
          </p:txBody>
        </p:sp>
        <p:sp>
          <p:nvSpPr>
            <p:cNvPr id="271" name="TextBox 270">
              <a:extLst>
                <a:ext uri="{FF2B5EF4-FFF2-40B4-BE49-F238E27FC236}">
                  <a16:creationId xmlns:a16="http://schemas.microsoft.com/office/drawing/2014/main" id="{9D4C1670-B0D5-BA83-2A81-F339360E9FF3}"/>
                </a:ext>
              </a:extLst>
            </p:cNvPr>
            <p:cNvSpPr txBox="1"/>
            <p:nvPr/>
          </p:nvSpPr>
          <p:spPr>
            <a:xfrm>
              <a:off x="9939309" y="2173243"/>
              <a:ext cx="649537" cy="3231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500" dirty="0">
                  <a:latin typeface="+mj-lt"/>
                </a:rPr>
                <a:t>(12.1)</a:t>
              </a:r>
              <a:endParaRPr lang="en-US" sz="1500" dirty="0">
                <a:latin typeface="+mj-lt"/>
              </a:endParaRPr>
            </a:p>
          </p:txBody>
        </p:sp>
        <p:sp>
          <p:nvSpPr>
            <p:cNvPr id="272" name="TextBox 271">
              <a:extLst>
                <a:ext uri="{FF2B5EF4-FFF2-40B4-BE49-F238E27FC236}">
                  <a16:creationId xmlns:a16="http://schemas.microsoft.com/office/drawing/2014/main" id="{804844C1-05A6-2D92-B31B-484250A49FB1}"/>
                </a:ext>
              </a:extLst>
            </p:cNvPr>
            <p:cNvSpPr txBox="1"/>
            <p:nvPr/>
          </p:nvSpPr>
          <p:spPr>
            <a:xfrm>
              <a:off x="11288437" y="4255936"/>
              <a:ext cx="649537" cy="3231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500" dirty="0">
                  <a:latin typeface="+mj-lt"/>
                </a:rPr>
                <a:t>(14.2)</a:t>
              </a:r>
              <a:endParaRPr lang="en-US" sz="1500" dirty="0">
                <a:latin typeface="+mj-lt"/>
              </a:endParaRPr>
            </a:p>
          </p:txBody>
        </p:sp>
        <p:sp>
          <p:nvSpPr>
            <p:cNvPr id="275" name="TextBox 274">
              <a:extLst>
                <a:ext uri="{FF2B5EF4-FFF2-40B4-BE49-F238E27FC236}">
                  <a16:creationId xmlns:a16="http://schemas.microsoft.com/office/drawing/2014/main" id="{A5B0BE72-EE02-F790-A759-2788949AA62F}"/>
                </a:ext>
              </a:extLst>
            </p:cNvPr>
            <p:cNvSpPr txBox="1"/>
            <p:nvPr/>
          </p:nvSpPr>
          <p:spPr>
            <a:xfrm>
              <a:off x="9448114" y="5120304"/>
              <a:ext cx="777777" cy="3231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500" dirty="0">
                  <a:latin typeface="+mj-lt"/>
                </a:rPr>
                <a:t>(16C.2)</a:t>
              </a:r>
              <a:endParaRPr lang="en-US" sz="1500" dirty="0">
                <a:latin typeface="+mj-lt"/>
              </a:endParaRPr>
            </a:p>
          </p:txBody>
        </p:sp>
        <p:sp>
          <p:nvSpPr>
            <p:cNvPr id="276" name="TextBox 275">
              <a:extLst>
                <a:ext uri="{FF2B5EF4-FFF2-40B4-BE49-F238E27FC236}">
                  <a16:creationId xmlns:a16="http://schemas.microsoft.com/office/drawing/2014/main" id="{0D9A538E-2FBC-F2F3-7A97-4CBF0890F0AD}"/>
                </a:ext>
              </a:extLst>
            </p:cNvPr>
            <p:cNvSpPr txBox="1"/>
            <p:nvPr/>
          </p:nvSpPr>
          <p:spPr>
            <a:xfrm>
              <a:off x="9113193" y="4091587"/>
              <a:ext cx="649537" cy="3231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500" dirty="0">
                  <a:latin typeface="+mj-lt"/>
                </a:rPr>
                <a:t>(14.3)</a:t>
              </a:r>
              <a:endParaRPr lang="en-US" sz="1500" dirty="0">
                <a:latin typeface="+mj-lt"/>
              </a:endParaRPr>
            </a:p>
          </p:txBody>
        </p:sp>
        <p:sp>
          <p:nvSpPr>
            <p:cNvPr id="280" name="TextBox 279">
              <a:extLst>
                <a:ext uri="{FF2B5EF4-FFF2-40B4-BE49-F238E27FC236}">
                  <a16:creationId xmlns:a16="http://schemas.microsoft.com/office/drawing/2014/main" id="{A582CEAB-1E4B-E29D-E603-FEDB1440148A}"/>
                </a:ext>
              </a:extLst>
            </p:cNvPr>
            <p:cNvSpPr txBox="1"/>
            <p:nvPr/>
          </p:nvSpPr>
          <p:spPr>
            <a:xfrm>
              <a:off x="7541659" y="4463124"/>
              <a:ext cx="505267" cy="3231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500" dirty="0">
                  <a:latin typeface="+mj-lt"/>
                </a:rPr>
                <a:t>(15)</a:t>
              </a:r>
              <a:endParaRPr lang="en-US" sz="1500" dirty="0">
                <a:latin typeface="+mj-lt"/>
              </a:endParaRPr>
            </a:p>
          </p:txBody>
        </p:sp>
        <p:sp>
          <p:nvSpPr>
            <p:cNvPr id="281" name="TextBox 280">
              <a:extLst>
                <a:ext uri="{FF2B5EF4-FFF2-40B4-BE49-F238E27FC236}">
                  <a16:creationId xmlns:a16="http://schemas.microsoft.com/office/drawing/2014/main" id="{AFD39DFA-22B4-EA44-2E74-BBD21813E0B0}"/>
                </a:ext>
              </a:extLst>
            </p:cNvPr>
            <p:cNvSpPr txBox="1"/>
            <p:nvPr/>
          </p:nvSpPr>
          <p:spPr>
            <a:xfrm>
              <a:off x="7662944" y="5467984"/>
              <a:ext cx="777777" cy="3231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500" dirty="0">
                  <a:latin typeface="+mj-lt"/>
                </a:rPr>
                <a:t>(16C.1)</a:t>
              </a:r>
              <a:endParaRPr lang="en-US" sz="1500" dirty="0">
                <a:latin typeface="+mj-lt"/>
              </a:endParaRPr>
            </a:p>
          </p:txBody>
        </p:sp>
        <p:sp>
          <p:nvSpPr>
            <p:cNvPr id="282" name="TextBox 281">
              <a:extLst>
                <a:ext uri="{FF2B5EF4-FFF2-40B4-BE49-F238E27FC236}">
                  <a16:creationId xmlns:a16="http://schemas.microsoft.com/office/drawing/2014/main" id="{B26CB8C6-C514-F1CC-14F8-64C42E4A17CB}"/>
                </a:ext>
              </a:extLst>
            </p:cNvPr>
            <p:cNvSpPr txBox="1"/>
            <p:nvPr/>
          </p:nvSpPr>
          <p:spPr>
            <a:xfrm>
              <a:off x="5495381" y="5280955"/>
              <a:ext cx="633507" cy="3231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500" dirty="0">
                  <a:latin typeface="+mj-lt"/>
                </a:rPr>
                <a:t>(16C)</a:t>
              </a:r>
              <a:endParaRPr lang="en-US" sz="1500" dirty="0">
                <a:latin typeface="+mj-lt"/>
              </a:endParaRPr>
            </a:p>
          </p:txBody>
        </p:sp>
        <p:sp>
          <p:nvSpPr>
            <p:cNvPr id="283" name="TextBox 282">
              <a:extLst>
                <a:ext uri="{FF2B5EF4-FFF2-40B4-BE49-F238E27FC236}">
                  <a16:creationId xmlns:a16="http://schemas.microsoft.com/office/drawing/2014/main" id="{1BE24C1E-94FB-6DB9-1C44-235293F6B6B8}"/>
                </a:ext>
              </a:extLst>
            </p:cNvPr>
            <p:cNvSpPr txBox="1"/>
            <p:nvPr/>
          </p:nvSpPr>
          <p:spPr>
            <a:xfrm>
              <a:off x="4523296" y="5273968"/>
              <a:ext cx="633507" cy="3231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500" dirty="0">
                  <a:latin typeface="+mj-lt"/>
                </a:rPr>
                <a:t>(16B)</a:t>
              </a:r>
              <a:endParaRPr lang="en-US" sz="1500" dirty="0">
                <a:latin typeface="+mj-lt"/>
              </a:endParaRPr>
            </a:p>
          </p:txBody>
        </p:sp>
        <p:sp>
          <p:nvSpPr>
            <p:cNvPr id="284" name="TextBox 283">
              <a:extLst>
                <a:ext uri="{FF2B5EF4-FFF2-40B4-BE49-F238E27FC236}">
                  <a16:creationId xmlns:a16="http://schemas.microsoft.com/office/drawing/2014/main" id="{1778CC2D-D547-4D70-FA88-31201997BD24}"/>
                </a:ext>
              </a:extLst>
            </p:cNvPr>
            <p:cNvSpPr txBox="1"/>
            <p:nvPr/>
          </p:nvSpPr>
          <p:spPr>
            <a:xfrm>
              <a:off x="2822873" y="4974908"/>
              <a:ext cx="777777" cy="3231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500" dirty="0">
                  <a:latin typeface="+mj-lt"/>
                </a:rPr>
                <a:t>(16B.1)</a:t>
              </a:r>
              <a:endParaRPr lang="en-US" sz="1500" dirty="0">
                <a:latin typeface="+mj-lt"/>
              </a:endParaRPr>
            </a:p>
          </p:txBody>
        </p:sp>
        <p:sp>
          <p:nvSpPr>
            <p:cNvPr id="285" name="TextBox 284">
              <a:extLst>
                <a:ext uri="{FF2B5EF4-FFF2-40B4-BE49-F238E27FC236}">
                  <a16:creationId xmlns:a16="http://schemas.microsoft.com/office/drawing/2014/main" id="{1CCD28F8-826B-FC07-FB91-28947CEFF281}"/>
                </a:ext>
              </a:extLst>
            </p:cNvPr>
            <p:cNvSpPr txBox="1"/>
            <p:nvPr/>
          </p:nvSpPr>
          <p:spPr>
            <a:xfrm>
              <a:off x="3778002" y="4813325"/>
              <a:ext cx="644728" cy="3231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500" dirty="0">
                  <a:latin typeface="+mj-lt"/>
                </a:rPr>
                <a:t>(16A)</a:t>
              </a:r>
              <a:endParaRPr lang="en-US" sz="1500" dirty="0">
                <a:latin typeface="+mj-lt"/>
              </a:endParaRPr>
            </a:p>
          </p:txBody>
        </p:sp>
        <p:sp>
          <p:nvSpPr>
            <p:cNvPr id="286" name="TextBox 285">
              <a:extLst>
                <a:ext uri="{FF2B5EF4-FFF2-40B4-BE49-F238E27FC236}">
                  <a16:creationId xmlns:a16="http://schemas.microsoft.com/office/drawing/2014/main" id="{99869131-941E-87CF-3E96-63408E7E167F}"/>
                </a:ext>
              </a:extLst>
            </p:cNvPr>
            <p:cNvSpPr txBox="1"/>
            <p:nvPr/>
          </p:nvSpPr>
          <p:spPr>
            <a:xfrm>
              <a:off x="3453648" y="4190239"/>
              <a:ext cx="644728" cy="3231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500" dirty="0">
                  <a:latin typeface="+mj-lt"/>
                </a:rPr>
                <a:t>(16D)</a:t>
              </a:r>
              <a:endParaRPr lang="en-US" sz="1500" dirty="0">
                <a:latin typeface="+mj-lt"/>
              </a:endParaRPr>
            </a:p>
          </p:txBody>
        </p:sp>
        <p:sp>
          <p:nvSpPr>
            <p:cNvPr id="287" name="TextBox 286">
              <a:extLst>
                <a:ext uri="{FF2B5EF4-FFF2-40B4-BE49-F238E27FC236}">
                  <a16:creationId xmlns:a16="http://schemas.microsoft.com/office/drawing/2014/main" id="{ACEC940B-E761-D45B-3C71-5D34A962B899}"/>
                </a:ext>
              </a:extLst>
            </p:cNvPr>
            <p:cNvSpPr txBox="1"/>
            <p:nvPr/>
          </p:nvSpPr>
          <p:spPr>
            <a:xfrm>
              <a:off x="2047329" y="3405299"/>
              <a:ext cx="505267" cy="3231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500" dirty="0">
                  <a:latin typeface="+mj-lt"/>
                </a:rPr>
                <a:t>(18)</a:t>
              </a:r>
              <a:endParaRPr lang="en-US" sz="1500" dirty="0">
                <a:latin typeface="+mj-lt"/>
              </a:endParaRPr>
            </a:p>
          </p:txBody>
        </p:sp>
        <p:sp>
          <p:nvSpPr>
            <p:cNvPr id="288" name="TextBox 287">
              <a:extLst>
                <a:ext uri="{FF2B5EF4-FFF2-40B4-BE49-F238E27FC236}">
                  <a16:creationId xmlns:a16="http://schemas.microsoft.com/office/drawing/2014/main" id="{06088D57-887B-70CF-0080-9E0171F38698}"/>
                </a:ext>
              </a:extLst>
            </p:cNvPr>
            <p:cNvSpPr txBox="1"/>
            <p:nvPr/>
          </p:nvSpPr>
          <p:spPr>
            <a:xfrm>
              <a:off x="2404446" y="2811741"/>
              <a:ext cx="537327" cy="3231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500" dirty="0">
                  <a:latin typeface="+mj-lt"/>
                </a:rPr>
                <a:t>(7B)</a:t>
              </a:r>
              <a:endParaRPr lang="en-US" sz="1500" dirty="0">
                <a:latin typeface="+mj-lt"/>
              </a:endParaRPr>
            </a:p>
          </p:txBody>
        </p:sp>
        <p:sp>
          <p:nvSpPr>
            <p:cNvPr id="289" name="TextBox 288">
              <a:extLst>
                <a:ext uri="{FF2B5EF4-FFF2-40B4-BE49-F238E27FC236}">
                  <a16:creationId xmlns:a16="http://schemas.microsoft.com/office/drawing/2014/main" id="{BE135A3D-4206-F7E3-D6D6-EA7F5BE88389}"/>
                </a:ext>
              </a:extLst>
            </p:cNvPr>
            <p:cNvSpPr txBox="1"/>
            <p:nvPr/>
          </p:nvSpPr>
          <p:spPr>
            <a:xfrm>
              <a:off x="2498213" y="1945116"/>
              <a:ext cx="548548" cy="3231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500" dirty="0">
                  <a:latin typeface="+mj-lt"/>
                </a:rPr>
                <a:t>(7A)</a:t>
              </a:r>
              <a:endParaRPr lang="en-US" sz="1500" dirty="0">
                <a:latin typeface="+mj-lt"/>
              </a:endParaRPr>
            </a:p>
          </p:txBody>
        </p:sp>
        <p:sp>
          <p:nvSpPr>
            <p:cNvPr id="290" name="TextBox 289">
              <a:extLst>
                <a:ext uri="{FF2B5EF4-FFF2-40B4-BE49-F238E27FC236}">
                  <a16:creationId xmlns:a16="http://schemas.microsoft.com/office/drawing/2014/main" id="{A5F7C83A-C0D9-C3BA-39D2-230A1B0A7E84}"/>
                </a:ext>
              </a:extLst>
            </p:cNvPr>
            <p:cNvSpPr txBox="1"/>
            <p:nvPr/>
          </p:nvSpPr>
          <p:spPr>
            <a:xfrm>
              <a:off x="3183240" y="2482755"/>
              <a:ext cx="649537" cy="3231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500" dirty="0">
                  <a:latin typeface="+mj-lt"/>
                </a:rPr>
                <a:t>(17.3)</a:t>
              </a:r>
              <a:endParaRPr lang="en-US" sz="1500" dirty="0">
                <a:latin typeface="+mj-lt"/>
              </a:endParaRPr>
            </a:p>
          </p:txBody>
        </p:sp>
        <p:sp>
          <p:nvSpPr>
            <p:cNvPr id="291" name="TextBox 290">
              <a:extLst>
                <a:ext uri="{FF2B5EF4-FFF2-40B4-BE49-F238E27FC236}">
                  <a16:creationId xmlns:a16="http://schemas.microsoft.com/office/drawing/2014/main" id="{17D0318E-D31A-40CC-A06C-CF44698FAB89}"/>
                </a:ext>
              </a:extLst>
            </p:cNvPr>
            <p:cNvSpPr txBox="1"/>
            <p:nvPr/>
          </p:nvSpPr>
          <p:spPr>
            <a:xfrm>
              <a:off x="3216024" y="3372192"/>
              <a:ext cx="649537" cy="3231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500" dirty="0">
                  <a:latin typeface="+mj-lt"/>
                </a:rPr>
                <a:t>(17.1)</a:t>
              </a:r>
              <a:endParaRPr lang="en-US" sz="1500" dirty="0">
                <a:latin typeface="+mj-lt"/>
              </a:endParaRPr>
            </a:p>
          </p:txBody>
        </p:sp>
        <p:sp>
          <p:nvSpPr>
            <p:cNvPr id="292" name="TextBox 291">
              <a:extLst>
                <a:ext uri="{FF2B5EF4-FFF2-40B4-BE49-F238E27FC236}">
                  <a16:creationId xmlns:a16="http://schemas.microsoft.com/office/drawing/2014/main" id="{19FC8885-F706-6FC7-9244-4DFDBD2CC8B7}"/>
                </a:ext>
              </a:extLst>
            </p:cNvPr>
            <p:cNvSpPr txBox="1"/>
            <p:nvPr/>
          </p:nvSpPr>
          <p:spPr>
            <a:xfrm>
              <a:off x="975341" y="1878291"/>
              <a:ext cx="681597" cy="3231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500" dirty="0">
                  <a:latin typeface="+mj-lt"/>
                </a:rPr>
                <a:t>(7B.1)</a:t>
              </a:r>
              <a:endParaRPr lang="en-US" sz="1500" dirty="0">
                <a:latin typeface="+mj-lt"/>
              </a:endParaRPr>
            </a:p>
          </p:txBody>
        </p:sp>
        <p:sp>
          <p:nvSpPr>
            <p:cNvPr id="293" name="TextBox 292">
              <a:extLst>
                <a:ext uri="{FF2B5EF4-FFF2-40B4-BE49-F238E27FC236}">
                  <a16:creationId xmlns:a16="http://schemas.microsoft.com/office/drawing/2014/main" id="{108AA94C-3148-7A1C-B256-555FEAD43013}"/>
                </a:ext>
              </a:extLst>
            </p:cNvPr>
            <p:cNvSpPr txBox="1"/>
            <p:nvPr/>
          </p:nvSpPr>
          <p:spPr>
            <a:xfrm>
              <a:off x="1635956" y="1017700"/>
              <a:ext cx="681597" cy="3231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500" dirty="0">
                  <a:latin typeface="+mj-lt"/>
                </a:rPr>
                <a:t>(7B.2)</a:t>
              </a:r>
              <a:endParaRPr lang="en-US" sz="1500" dirty="0">
                <a:latin typeface="+mj-lt"/>
              </a:endParaRPr>
            </a:p>
          </p:txBody>
        </p:sp>
        <p:sp>
          <p:nvSpPr>
            <p:cNvPr id="294" name="TextBox 293">
              <a:extLst>
                <a:ext uri="{FF2B5EF4-FFF2-40B4-BE49-F238E27FC236}">
                  <a16:creationId xmlns:a16="http://schemas.microsoft.com/office/drawing/2014/main" id="{261694D5-AB9A-2B9D-606E-BB028723A396}"/>
                </a:ext>
              </a:extLst>
            </p:cNvPr>
            <p:cNvSpPr txBox="1"/>
            <p:nvPr/>
          </p:nvSpPr>
          <p:spPr>
            <a:xfrm>
              <a:off x="3952519" y="1226916"/>
              <a:ext cx="409086" cy="3231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500" dirty="0">
                  <a:latin typeface="+mj-lt"/>
                </a:rPr>
                <a:t>(8)</a:t>
              </a:r>
              <a:endParaRPr lang="en-US" sz="1500" dirty="0">
                <a:latin typeface="+mj-lt"/>
              </a:endParaRPr>
            </a:p>
          </p:txBody>
        </p:sp>
        <p:sp>
          <p:nvSpPr>
            <p:cNvPr id="295" name="TextBox 294">
              <a:extLst>
                <a:ext uri="{FF2B5EF4-FFF2-40B4-BE49-F238E27FC236}">
                  <a16:creationId xmlns:a16="http://schemas.microsoft.com/office/drawing/2014/main" id="{5E87B460-B410-8220-576E-E23E384857B0}"/>
                </a:ext>
              </a:extLst>
            </p:cNvPr>
            <p:cNvSpPr txBox="1"/>
            <p:nvPr/>
          </p:nvSpPr>
          <p:spPr>
            <a:xfrm>
              <a:off x="5910601" y="1226916"/>
              <a:ext cx="409086" cy="3231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500" dirty="0">
                  <a:latin typeface="+mj-lt"/>
                </a:rPr>
                <a:t>(9)</a:t>
              </a:r>
              <a:endParaRPr lang="en-US" sz="1500" dirty="0">
                <a:latin typeface="+mj-lt"/>
              </a:endParaRPr>
            </a:p>
          </p:txBody>
        </p:sp>
        <p:sp>
          <p:nvSpPr>
            <p:cNvPr id="296" name="TextBox 295">
              <a:extLst>
                <a:ext uri="{FF2B5EF4-FFF2-40B4-BE49-F238E27FC236}">
                  <a16:creationId xmlns:a16="http://schemas.microsoft.com/office/drawing/2014/main" id="{8C3CAB20-4800-D1ED-0A69-77E11E886F2B}"/>
                </a:ext>
              </a:extLst>
            </p:cNvPr>
            <p:cNvSpPr txBox="1"/>
            <p:nvPr/>
          </p:nvSpPr>
          <p:spPr>
            <a:xfrm>
              <a:off x="7802764" y="1226916"/>
              <a:ext cx="649537" cy="3231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500" dirty="0">
                  <a:latin typeface="+mj-lt"/>
                </a:rPr>
                <a:t>(10.2)</a:t>
              </a:r>
              <a:endParaRPr lang="en-US" sz="1500" dirty="0">
                <a:latin typeface="+mj-lt"/>
              </a:endParaRPr>
            </a:p>
          </p:txBody>
        </p:sp>
        <p:sp>
          <p:nvSpPr>
            <p:cNvPr id="297" name="TextBox 296">
              <a:extLst>
                <a:ext uri="{FF2B5EF4-FFF2-40B4-BE49-F238E27FC236}">
                  <a16:creationId xmlns:a16="http://schemas.microsoft.com/office/drawing/2014/main" id="{88A04E50-BAC5-0C94-6CDE-0D9CA0329A0A}"/>
                </a:ext>
              </a:extLst>
            </p:cNvPr>
            <p:cNvSpPr txBox="1"/>
            <p:nvPr/>
          </p:nvSpPr>
          <p:spPr>
            <a:xfrm>
              <a:off x="6492996" y="1849413"/>
              <a:ext cx="649537" cy="3231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500" dirty="0">
                  <a:latin typeface="+mj-lt"/>
                </a:rPr>
                <a:t>(10.1)</a:t>
              </a:r>
              <a:endParaRPr lang="en-US" sz="1500" dirty="0">
                <a:latin typeface="+mj-lt"/>
              </a:endParaRPr>
            </a:p>
          </p:txBody>
        </p:sp>
        <p:sp>
          <p:nvSpPr>
            <p:cNvPr id="298" name="TextBox 297">
              <a:extLst>
                <a:ext uri="{FF2B5EF4-FFF2-40B4-BE49-F238E27FC236}">
                  <a16:creationId xmlns:a16="http://schemas.microsoft.com/office/drawing/2014/main" id="{23DD19B5-7E29-83A0-1912-E3B127FD3F04}"/>
                </a:ext>
              </a:extLst>
            </p:cNvPr>
            <p:cNvSpPr txBox="1"/>
            <p:nvPr/>
          </p:nvSpPr>
          <p:spPr>
            <a:xfrm>
              <a:off x="4507260" y="3003508"/>
              <a:ext cx="649537" cy="3231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500" dirty="0">
                  <a:latin typeface="+mj-lt"/>
                </a:rPr>
                <a:t>(17.2)</a:t>
              </a:r>
              <a:endParaRPr lang="en-US" sz="1500" dirty="0">
                <a:latin typeface="+mj-lt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92758806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4">
            <a:extLst>
              <a:ext uri="{FF2B5EF4-FFF2-40B4-BE49-F238E27FC236}">
                <a16:creationId xmlns:a16="http://schemas.microsoft.com/office/drawing/2014/main" id="{60F107D5-9D5B-E0D0-84F1-0A47AE1D883E}"/>
              </a:ext>
            </a:extLst>
          </p:cNvPr>
          <p:cNvGrpSpPr/>
          <p:nvPr/>
        </p:nvGrpSpPr>
        <p:grpSpPr>
          <a:xfrm>
            <a:off x="1073728" y="1811764"/>
            <a:ext cx="9795163" cy="2677109"/>
            <a:chOff x="1073728" y="1811764"/>
            <a:chExt cx="9795163" cy="2677109"/>
          </a:xfrm>
        </p:grpSpPr>
        <p:pic>
          <p:nvPicPr>
            <p:cNvPr id="2" name="Picture 1" descr="SA stack of books with a bookmark">
              <a:extLst>
                <a:ext uri="{FF2B5EF4-FFF2-40B4-BE49-F238E27FC236}">
                  <a16:creationId xmlns:a16="http://schemas.microsoft.com/office/drawing/2014/main" id="{60423C7D-AA4C-6403-A626-1419BFB8D7D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073728" y="1963893"/>
              <a:ext cx="1877289" cy="1787215"/>
            </a:xfrm>
            <a:prstGeom prst="rect">
              <a:avLst/>
            </a:prstGeom>
          </p:spPr>
        </p:pic>
        <p:sp>
          <p:nvSpPr>
            <p:cNvPr id="3" name="Cylinder 2">
              <a:extLst>
                <a:ext uri="{FF2B5EF4-FFF2-40B4-BE49-F238E27FC236}">
                  <a16:creationId xmlns:a16="http://schemas.microsoft.com/office/drawing/2014/main" id="{F2AFFD5C-72CF-5530-2201-42C7CC83CB3B}"/>
                </a:ext>
              </a:extLst>
            </p:cNvPr>
            <p:cNvSpPr/>
            <p:nvPr/>
          </p:nvSpPr>
          <p:spPr>
            <a:xfrm>
              <a:off x="9105917" y="2161310"/>
              <a:ext cx="1762974" cy="1390930"/>
            </a:xfrm>
            <a:prstGeom prst="can">
              <a:avLst>
                <a:gd name="adj" fmla="val 16447"/>
              </a:avLst>
            </a:prstGeom>
            <a:solidFill>
              <a:schemeClr val="bg2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150000"/>
                </a:lnSpc>
              </a:pPr>
              <a:r>
                <a:rPr lang="vi-VN" sz="160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Bộ dữ liệu về lịch sử Việt Nam (Json)</a:t>
              </a:r>
            </a:p>
          </p:txBody>
        </p:sp>
        <p:cxnSp>
          <p:nvCxnSpPr>
            <p:cNvPr id="4" name="Straight Arrow Connector 3">
              <a:extLst>
                <a:ext uri="{FF2B5EF4-FFF2-40B4-BE49-F238E27FC236}">
                  <a16:creationId xmlns:a16="http://schemas.microsoft.com/office/drawing/2014/main" id="{951E8469-60B8-D09D-C561-69905BD7BC5A}"/>
                </a:ext>
              </a:extLst>
            </p:cNvPr>
            <p:cNvCxnSpPr>
              <a:cxnSpLocks/>
              <a:stCxn id="2" idx="3"/>
            </p:cNvCxnSpPr>
            <p:nvPr/>
          </p:nvCxnSpPr>
          <p:spPr>
            <a:xfrm flipV="1">
              <a:off x="2951017" y="2856046"/>
              <a:ext cx="1970807" cy="1455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3801CEB6-2BA3-1F75-8839-4EAAE76B75B5}"/>
                </a:ext>
              </a:extLst>
            </p:cNvPr>
            <p:cNvSpPr txBox="1"/>
            <p:nvPr/>
          </p:nvSpPr>
          <p:spPr>
            <a:xfrm>
              <a:off x="1125682" y="3458720"/>
              <a:ext cx="1666035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vi-VN" sz="1600">
                  <a:latin typeface="+mj-lt"/>
                </a:rPr>
                <a:t>Bộ SGK</a:t>
              </a:r>
            </a:p>
            <a:p>
              <a:pPr algn="ctr"/>
              <a:r>
                <a:rPr lang="vi-VN" sz="1600">
                  <a:latin typeface="+mj-lt"/>
                </a:rPr>
                <a:t>Lịch sử Việt Nam</a:t>
              </a:r>
              <a:endParaRPr lang="en-US" sz="1600">
                <a:latin typeface="+mj-lt"/>
              </a:endParaRP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F11DF19C-1672-E5C4-CBC7-FCCDAD35E672}"/>
                </a:ext>
              </a:extLst>
            </p:cNvPr>
            <p:cNvSpPr txBox="1"/>
            <p:nvPr/>
          </p:nvSpPr>
          <p:spPr>
            <a:xfrm>
              <a:off x="3081292" y="2518946"/>
              <a:ext cx="1666035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vi-VN" sz="1600">
                  <a:latin typeface="+mj-lt"/>
                </a:rPr>
                <a:t>Thu thập dữ liệu</a:t>
              </a:r>
              <a:endParaRPr lang="en-US" sz="1600">
                <a:latin typeface="+mj-lt"/>
              </a:endParaRPr>
            </a:p>
          </p:txBody>
        </p:sp>
        <p:grpSp>
          <p:nvGrpSpPr>
            <p:cNvPr id="25" name="Group 24">
              <a:extLst>
                <a:ext uri="{FF2B5EF4-FFF2-40B4-BE49-F238E27FC236}">
                  <a16:creationId xmlns:a16="http://schemas.microsoft.com/office/drawing/2014/main" id="{783C0919-7FB7-49E0-0262-66E7758416F1}"/>
                </a:ext>
              </a:extLst>
            </p:cNvPr>
            <p:cNvGrpSpPr/>
            <p:nvPr/>
          </p:nvGrpSpPr>
          <p:grpSpPr>
            <a:xfrm>
              <a:off x="5152996" y="1941647"/>
              <a:ext cx="1753493" cy="1828800"/>
              <a:chOff x="4836951" y="713950"/>
              <a:chExt cx="1753493" cy="1828800"/>
            </a:xfrm>
          </p:grpSpPr>
          <p:pic>
            <p:nvPicPr>
              <p:cNvPr id="21" name="Graphic 20" descr="Document outline">
                <a:extLst>
                  <a:ext uri="{FF2B5EF4-FFF2-40B4-BE49-F238E27FC236}">
                    <a16:creationId xmlns:a16="http://schemas.microsoft.com/office/drawing/2014/main" id="{5B3AA808-4C6E-34DA-097A-9D292DB01AA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4836951" y="713950"/>
                <a:ext cx="914400" cy="914400"/>
              </a:xfrm>
              <a:prstGeom prst="rect">
                <a:avLst/>
              </a:prstGeom>
            </p:spPr>
          </p:pic>
          <p:pic>
            <p:nvPicPr>
              <p:cNvPr id="22" name="Graphic 21" descr="Document outline">
                <a:extLst>
                  <a:ext uri="{FF2B5EF4-FFF2-40B4-BE49-F238E27FC236}">
                    <a16:creationId xmlns:a16="http://schemas.microsoft.com/office/drawing/2014/main" id="{B53CFECB-0F11-00D8-1A44-26F70889D31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4836951" y="1628350"/>
                <a:ext cx="914400" cy="914400"/>
              </a:xfrm>
              <a:prstGeom prst="rect">
                <a:avLst/>
              </a:prstGeom>
            </p:spPr>
          </p:pic>
          <p:pic>
            <p:nvPicPr>
              <p:cNvPr id="23" name="Graphic 22" descr="Document outline">
                <a:extLst>
                  <a:ext uri="{FF2B5EF4-FFF2-40B4-BE49-F238E27FC236}">
                    <a16:creationId xmlns:a16="http://schemas.microsoft.com/office/drawing/2014/main" id="{22D79CC6-1073-8C34-2880-3D4B923F8C8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5676044" y="1628350"/>
                <a:ext cx="914400" cy="914400"/>
              </a:xfrm>
              <a:prstGeom prst="rect">
                <a:avLst/>
              </a:prstGeom>
            </p:spPr>
          </p:pic>
          <p:pic>
            <p:nvPicPr>
              <p:cNvPr id="24" name="Graphic 23" descr="Document outline">
                <a:extLst>
                  <a:ext uri="{FF2B5EF4-FFF2-40B4-BE49-F238E27FC236}">
                    <a16:creationId xmlns:a16="http://schemas.microsoft.com/office/drawing/2014/main" id="{79D05F1C-06FD-2D27-CBBD-DA6AD7315B9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5676044" y="713950"/>
                <a:ext cx="914400" cy="914400"/>
              </a:xfrm>
              <a:prstGeom prst="rect">
                <a:avLst/>
              </a:prstGeom>
            </p:spPr>
          </p:pic>
        </p:grpSp>
        <p:cxnSp>
          <p:nvCxnSpPr>
            <p:cNvPr id="28" name="Straight Arrow Connector 27">
              <a:extLst>
                <a:ext uri="{FF2B5EF4-FFF2-40B4-BE49-F238E27FC236}">
                  <a16:creationId xmlns:a16="http://schemas.microsoft.com/office/drawing/2014/main" id="{1097065E-3797-C943-090D-4F15307B7106}"/>
                </a:ext>
              </a:extLst>
            </p:cNvPr>
            <p:cNvCxnSpPr>
              <a:cxnSpLocks/>
              <a:stCxn id="32" idx="3"/>
              <a:endCxn id="3" idx="2"/>
            </p:cNvCxnSpPr>
            <p:nvPr/>
          </p:nvCxnSpPr>
          <p:spPr>
            <a:xfrm>
              <a:off x="7037222" y="2856047"/>
              <a:ext cx="2068695" cy="728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7CBB1675-DB07-4A87-862C-86BDDAD35607}"/>
                </a:ext>
              </a:extLst>
            </p:cNvPr>
            <p:cNvSpPr txBox="1"/>
            <p:nvPr/>
          </p:nvSpPr>
          <p:spPr>
            <a:xfrm>
              <a:off x="7228629" y="2517492"/>
              <a:ext cx="1666035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vi-VN" sz="1600">
                  <a:latin typeface="+mj-lt"/>
                </a:rPr>
                <a:t>Chuyển sang Json</a:t>
              </a:r>
              <a:endParaRPr lang="en-US" sz="1600">
                <a:latin typeface="+mj-lt"/>
              </a:endParaRPr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33F2F2A5-CEB5-DDAF-2166-C65FC7AF8634}"/>
                </a:ext>
              </a:extLst>
            </p:cNvPr>
            <p:cNvSpPr txBox="1"/>
            <p:nvPr/>
          </p:nvSpPr>
          <p:spPr>
            <a:xfrm>
              <a:off x="5495448" y="3904098"/>
              <a:ext cx="1143895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vi-VN" sz="1600">
                  <a:latin typeface="+mj-lt"/>
                </a:rPr>
                <a:t>Dữ liệu văn bản thô</a:t>
              </a:r>
              <a:endParaRPr lang="en-US" sz="1600">
                <a:latin typeface="+mj-lt"/>
              </a:endParaRPr>
            </a:p>
          </p:txBody>
        </p:sp>
        <p:sp>
          <p:nvSpPr>
            <p:cNvPr id="32" name="Rectangle: Rounded Corners 31">
              <a:extLst>
                <a:ext uri="{FF2B5EF4-FFF2-40B4-BE49-F238E27FC236}">
                  <a16:creationId xmlns:a16="http://schemas.microsoft.com/office/drawing/2014/main" id="{ED92764E-F108-82F1-B74F-28877970E04B}"/>
                </a:ext>
              </a:extLst>
            </p:cNvPr>
            <p:cNvSpPr/>
            <p:nvPr/>
          </p:nvSpPr>
          <p:spPr>
            <a:xfrm>
              <a:off x="4948657" y="1811764"/>
              <a:ext cx="2088565" cy="2088565"/>
            </a:xfrm>
            <a:prstGeom prst="roundRect">
              <a:avLst/>
            </a:prstGeom>
            <a:noFill/>
            <a:ln>
              <a:solidFill>
                <a:srgbClr val="FF0000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02534878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6" name="Group 45">
            <a:extLst>
              <a:ext uri="{FF2B5EF4-FFF2-40B4-BE49-F238E27FC236}">
                <a16:creationId xmlns:a16="http://schemas.microsoft.com/office/drawing/2014/main" id="{9A86B12E-3D00-A383-8D6C-D858CD43A3BB}"/>
              </a:ext>
            </a:extLst>
          </p:cNvPr>
          <p:cNvGrpSpPr/>
          <p:nvPr/>
        </p:nvGrpSpPr>
        <p:grpSpPr>
          <a:xfrm>
            <a:off x="974185" y="1015409"/>
            <a:ext cx="10526918" cy="3498679"/>
            <a:chOff x="974185" y="1015409"/>
            <a:chExt cx="10526918" cy="3498679"/>
          </a:xfrm>
        </p:grpSpPr>
        <p:sp>
          <p:nvSpPr>
            <p:cNvPr id="3" name="Cylinder 2">
              <a:extLst>
                <a:ext uri="{FF2B5EF4-FFF2-40B4-BE49-F238E27FC236}">
                  <a16:creationId xmlns:a16="http://schemas.microsoft.com/office/drawing/2014/main" id="{200F56F0-BA14-96ED-1B38-ACCFBD33092D}"/>
                </a:ext>
              </a:extLst>
            </p:cNvPr>
            <p:cNvSpPr/>
            <p:nvPr/>
          </p:nvSpPr>
          <p:spPr>
            <a:xfrm>
              <a:off x="974185" y="1015409"/>
              <a:ext cx="1762974" cy="1390930"/>
            </a:xfrm>
            <a:prstGeom prst="can">
              <a:avLst>
                <a:gd name="adj" fmla="val 16447"/>
              </a:avLst>
            </a:prstGeom>
            <a:solidFill>
              <a:schemeClr val="bg2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150000"/>
                </a:lnSpc>
              </a:pPr>
              <a:r>
                <a:rPr lang="vi-VN" sz="160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Bộ dữ liệu về lịch sử Việt Nam (Json)</a:t>
              </a:r>
            </a:p>
          </p:txBody>
        </p:sp>
        <p:sp>
          <p:nvSpPr>
            <p:cNvPr id="6" name="Rectangle: Rounded Corners 5">
              <a:extLst>
                <a:ext uri="{FF2B5EF4-FFF2-40B4-BE49-F238E27FC236}">
                  <a16:creationId xmlns:a16="http://schemas.microsoft.com/office/drawing/2014/main" id="{E3FE52B4-D82D-4986-10CA-52A5D455B5D3}"/>
                </a:ext>
              </a:extLst>
            </p:cNvPr>
            <p:cNvSpPr/>
            <p:nvPr/>
          </p:nvSpPr>
          <p:spPr>
            <a:xfrm>
              <a:off x="3280434" y="1799316"/>
              <a:ext cx="1762976" cy="573024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vi-VN" sz="1600">
                  <a:solidFill>
                    <a:schemeClr val="tx1"/>
                  </a:solidFill>
                  <a:latin typeface="+mj-lt"/>
                </a:rPr>
                <a:t>Loại bỏ dữ </a:t>
              </a:r>
            </a:p>
            <a:p>
              <a:pPr algn="ctr"/>
              <a:r>
                <a:rPr lang="vi-VN" sz="1600">
                  <a:solidFill>
                    <a:schemeClr val="tx1"/>
                  </a:solidFill>
                  <a:latin typeface="+mj-lt"/>
                </a:rPr>
                <a:t>liệu trùng</a:t>
              </a:r>
              <a:endParaRPr lang="en-US" sz="1600" dirty="0">
                <a:solidFill>
                  <a:schemeClr val="tx1"/>
                </a:solidFill>
                <a:latin typeface="+mj-lt"/>
              </a:endParaRPr>
            </a:p>
          </p:txBody>
        </p:sp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3CFE6D26-B116-3A24-EC44-E3FFB835D97A}"/>
                </a:ext>
              </a:extLst>
            </p:cNvPr>
            <p:cNvSpPr/>
            <p:nvPr/>
          </p:nvSpPr>
          <p:spPr>
            <a:xfrm>
              <a:off x="7085528" y="3123158"/>
              <a:ext cx="1762976" cy="573024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vi-VN" sz="1600">
                  <a:solidFill>
                    <a:schemeClr val="tx1"/>
                  </a:solidFill>
                  <a:latin typeface="+mj-lt"/>
                </a:rPr>
                <a:t>Thống kê</a:t>
              </a:r>
            </a:p>
            <a:p>
              <a:pPr algn="ctr"/>
              <a:r>
                <a:rPr lang="vi-VN" sz="1600">
                  <a:solidFill>
                    <a:schemeClr val="tx1"/>
                  </a:solidFill>
                  <a:latin typeface="+mj-lt"/>
                </a:rPr>
                <a:t>dữ liệu</a:t>
              </a:r>
              <a:endParaRPr lang="en-US" sz="1600" dirty="0">
                <a:solidFill>
                  <a:schemeClr val="tx1"/>
                </a:solidFill>
                <a:latin typeface="+mj-lt"/>
              </a:endParaRPr>
            </a:p>
          </p:txBody>
        </p:sp>
        <p:sp>
          <p:nvSpPr>
            <p:cNvPr id="8" name="Rectangle: Rounded Corners 7">
              <a:extLst>
                <a:ext uri="{FF2B5EF4-FFF2-40B4-BE49-F238E27FC236}">
                  <a16:creationId xmlns:a16="http://schemas.microsoft.com/office/drawing/2014/main" id="{A4C7AFD1-8E50-7CB2-FB8E-065E58A1CDDF}"/>
                </a:ext>
              </a:extLst>
            </p:cNvPr>
            <p:cNvSpPr/>
            <p:nvPr/>
          </p:nvSpPr>
          <p:spPr>
            <a:xfrm>
              <a:off x="8392132" y="1784479"/>
              <a:ext cx="1762976" cy="573024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vi-VN" sz="1600">
                  <a:solidFill>
                    <a:schemeClr val="tx1"/>
                  </a:solidFill>
                  <a:latin typeface="+mj-lt"/>
                </a:rPr>
                <a:t>Phân đoạn</a:t>
              </a:r>
            </a:p>
            <a:p>
              <a:pPr algn="ctr"/>
              <a:r>
                <a:rPr lang="vi-VN" sz="1600">
                  <a:solidFill>
                    <a:schemeClr val="tx1"/>
                  </a:solidFill>
                  <a:latin typeface="+mj-lt"/>
                </a:rPr>
                <a:t>dữ liệu</a:t>
              </a:r>
              <a:endParaRPr lang="en-US" sz="1600" dirty="0">
                <a:solidFill>
                  <a:schemeClr val="tx1"/>
                </a:solidFill>
                <a:latin typeface="+mj-lt"/>
              </a:endParaRPr>
            </a:p>
          </p:txBody>
        </p:sp>
        <p:sp>
          <p:nvSpPr>
            <p:cNvPr id="9" name="Rectangle: Rounded Corners 8">
              <a:extLst>
                <a:ext uri="{FF2B5EF4-FFF2-40B4-BE49-F238E27FC236}">
                  <a16:creationId xmlns:a16="http://schemas.microsoft.com/office/drawing/2014/main" id="{7F6B1B42-BF2F-CFBE-F7A3-78F3DC6196E8}"/>
                </a:ext>
              </a:extLst>
            </p:cNvPr>
            <p:cNvSpPr/>
            <p:nvPr/>
          </p:nvSpPr>
          <p:spPr>
            <a:xfrm>
              <a:off x="5820568" y="1786582"/>
              <a:ext cx="1762976" cy="573024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vi-VN" sz="1600">
                  <a:solidFill>
                    <a:schemeClr val="tx1"/>
                  </a:solidFill>
                  <a:latin typeface="+mj-lt"/>
                </a:rPr>
                <a:t>Kiểm tra và xử lý outlier</a:t>
              </a:r>
              <a:endParaRPr lang="en-US" sz="1600" dirty="0">
                <a:solidFill>
                  <a:schemeClr val="tx1"/>
                </a:solidFill>
                <a:latin typeface="+mj-lt"/>
              </a:endParaRPr>
            </a:p>
          </p:txBody>
        </p:sp>
        <p:sp>
          <p:nvSpPr>
            <p:cNvPr id="10" name="Rectangle: Rounded Corners 9">
              <a:extLst>
                <a:ext uri="{FF2B5EF4-FFF2-40B4-BE49-F238E27FC236}">
                  <a16:creationId xmlns:a16="http://schemas.microsoft.com/office/drawing/2014/main" id="{661AC77E-E31B-290B-E31B-075FF4711955}"/>
                </a:ext>
              </a:extLst>
            </p:cNvPr>
            <p:cNvSpPr/>
            <p:nvPr/>
          </p:nvSpPr>
          <p:spPr>
            <a:xfrm>
              <a:off x="4522007" y="3123158"/>
              <a:ext cx="1762976" cy="573024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vi-VN" sz="1600">
                  <a:solidFill>
                    <a:schemeClr val="tx1"/>
                  </a:solidFill>
                  <a:latin typeface="+mj-lt"/>
                </a:rPr>
                <a:t>Loại bỏ các ký tự đặc biệt</a:t>
              </a:r>
              <a:endParaRPr lang="en-US" sz="1600" dirty="0">
                <a:solidFill>
                  <a:schemeClr val="tx1"/>
                </a:solidFill>
                <a:latin typeface="+mj-lt"/>
              </a:endParaRPr>
            </a:p>
          </p:txBody>
        </p:sp>
        <p:sp>
          <p:nvSpPr>
            <p:cNvPr id="2" name="Rectangle: Rounded Corners 1">
              <a:extLst>
                <a:ext uri="{FF2B5EF4-FFF2-40B4-BE49-F238E27FC236}">
                  <a16:creationId xmlns:a16="http://schemas.microsoft.com/office/drawing/2014/main" id="{4DA639AE-3159-C703-E2A8-14C0407606EE}"/>
                </a:ext>
              </a:extLst>
            </p:cNvPr>
            <p:cNvSpPr/>
            <p:nvPr/>
          </p:nvSpPr>
          <p:spPr>
            <a:xfrm>
              <a:off x="2025792" y="3123158"/>
              <a:ext cx="1762976" cy="573024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vi-VN" sz="1600">
                  <a:solidFill>
                    <a:schemeClr val="tx1"/>
                  </a:solidFill>
                  <a:latin typeface="+mj-lt"/>
                </a:rPr>
                <a:t>Chuẩn hóa</a:t>
              </a:r>
            </a:p>
            <a:p>
              <a:pPr algn="ctr"/>
              <a:r>
                <a:rPr lang="vi-VN" sz="1600">
                  <a:solidFill>
                    <a:schemeClr val="tx1"/>
                  </a:solidFill>
                  <a:latin typeface="+mj-lt"/>
                </a:rPr>
                <a:t>định dạng</a:t>
              </a:r>
            </a:p>
          </p:txBody>
        </p:sp>
        <p:sp>
          <p:nvSpPr>
            <p:cNvPr id="5" name="Cylinder 4">
              <a:extLst>
                <a:ext uri="{FF2B5EF4-FFF2-40B4-BE49-F238E27FC236}">
                  <a16:creationId xmlns:a16="http://schemas.microsoft.com/office/drawing/2014/main" id="{62B3E7F1-852D-6B8D-2FFA-81E9F71FFF16}"/>
                </a:ext>
              </a:extLst>
            </p:cNvPr>
            <p:cNvSpPr/>
            <p:nvPr/>
          </p:nvSpPr>
          <p:spPr>
            <a:xfrm>
              <a:off x="9738129" y="3123158"/>
              <a:ext cx="1762974" cy="1390930"/>
            </a:xfrm>
            <a:prstGeom prst="can">
              <a:avLst>
                <a:gd name="adj" fmla="val 16447"/>
              </a:avLst>
            </a:prstGeom>
            <a:solidFill>
              <a:schemeClr val="bg2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150000"/>
                </a:lnSpc>
              </a:pPr>
              <a:r>
                <a:rPr lang="vi-VN" sz="160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Bộ dữ liệu về lịch sử Việt Nam đã được chuẩn hóa</a:t>
              </a:r>
            </a:p>
          </p:txBody>
        </p:sp>
        <p:cxnSp>
          <p:nvCxnSpPr>
            <p:cNvPr id="14" name="Connector: Elbow 13">
              <a:extLst>
                <a:ext uri="{FF2B5EF4-FFF2-40B4-BE49-F238E27FC236}">
                  <a16:creationId xmlns:a16="http://schemas.microsoft.com/office/drawing/2014/main" id="{945CB6F7-F5EA-43EA-6654-C8F6599BDA4C}"/>
                </a:ext>
              </a:extLst>
            </p:cNvPr>
            <p:cNvCxnSpPr>
              <a:cxnSpLocks/>
              <a:stCxn id="3" idx="3"/>
              <a:endCxn id="2" idx="0"/>
            </p:cNvCxnSpPr>
            <p:nvPr/>
          </p:nvCxnSpPr>
          <p:spPr>
            <a:xfrm rot="16200000" flipH="1">
              <a:off x="2023067" y="2238944"/>
              <a:ext cx="716819" cy="1051608"/>
            </a:xfrm>
            <a:prstGeom prst="bentConnector3">
              <a:avLst>
                <a:gd name="adj1" fmla="val 63350"/>
              </a:avLst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6" name="Connector: Elbow 15">
              <a:extLst>
                <a:ext uri="{FF2B5EF4-FFF2-40B4-BE49-F238E27FC236}">
                  <a16:creationId xmlns:a16="http://schemas.microsoft.com/office/drawing/2014/main" id="{56B5E0F6-FCC5-45E6-119D-919A05947552}"/>
                </a:ext>
              </a:extLst>
            </p:cNvPr>
            <p:cNvCxnSpPr>
              <a:stCxn id="2" idx="2"/>
              <a:endCxn id="6" idx="2"/>
            </p:cNvCxnSpPr>
            <p:nvPr/>
          </p:nvCxnSpPr>
          <p:spPr>
            <a:xfrm rot="5400000" flipH="1" flipV="1">
              <a:off x="2872680" y="2406940"/>
              <a:ext cx="1323842" cy="1254642"/>
            </a:xfrm>
            <a:prstGeom prst="bentConnector3">
              <a:avLst>
                <a:gd name="adj1" fmla="val -17268"/>
              </a:avLst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8" name="Connector: Elbow 17">
              <a:extLst>
                <a:ext uri="{FF2B5EF4-FFF2-40B4-BE49-F238E27FC236}">
                  <a16:creationId xmlns:a16="http://schemas.microsoft.com/office/drawing/2014/main" id="{B886B0F7-F125-7E8B-CCA0-0BB6E7CDDCCC}"/>
                </a:ext>
              </a:extLst>
            </p:cNvPr>
            <p:cNvCxnSpPr>
              <a:stCxn id="6" idx="0"/>
              <a:endCxn id="10" idx="0"/>
            </p:cNvCxnSpPr>
            <p:nvPr/>
          </p:nvCxnSpPr>
          <p:spPr>
            <a:xfrm rot="16200000" flipH="1">
              <a:off x="4120787" y="1840451"/>
              <a:ext cx="1323842" cy="1241573"/>
            </a:xfrm>
            <a:prstGeom prst="bentConnector3">
              <a:avLst>
                <a:gd name="adj1" fmla="val -16464"/>
              </a:avLst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0" name="Connector: Elbow 19">
              <a:extLst>
                <a:ext uri="{FF2B5EF4-FFF2-40B4-BE49-F238E27FC236}">
                  <a16:creationId xmlns:a16="http://schemas.microsoft.com/office/drawing/2014/main" id="{AD919492-94BD-56AE-FB25-7060384414C8}"/>
                </a:ext>
              </a:extLst>
            </p:cNvPr>
            <p:cNvCxnSpPr>
              <a:stCxn id="10" idx="2"/>
              <a:endCxn id="9" idx="2"/>
            </p:cNvCxnSpPr>
            <p:nvPr/>
          </p:nvCxnSpPr>
          <p:spPr>
            <a:xfrm rot="5400000" flipH="1" flipV="1">
              <a:off x="5384487" y="2378613"/>
              <a:ext cx="1336576" cy="1298561"/>
            </a:xfrm>
            <a:prstGeom prst="bentConnector3">
              <a:avLst>
                <a:gd name="adj1" fmla="val -17103"/>
              </a:avLst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2" name="Connector: Elbow 21">
              <a:extLst>
                <a:ext uri="{FF2B5EF4-FFF2-40B4-BE49-F238E27FC236}">
                  <a16:creationId xmlns:a16="http://schemas.microsoft.com/office/drawing/2014/main" id="{E8F136AC-55C9-492C-EBD6-59337CFBF672}"/>
                </a:ext>
              </a:extLst>
            </p:cNvPr>
            <p:cNvCxnSpPr>
              <a:stCxn id="9" idx="0"/>
              <a:endCxn id="7" idx="0"/>
            </p:cNvCxnSpPr>
            <p:nvPr/>
          </p:nvCxnSpPr>
          <p:spPr>
            <a:xfrm rot="16200000" flipH="1">
              <a:off x="6666248" y="1822390"/>
              <a:ext cx="1336576" cy="1264960"/>
            </a:xfrm>
            <a:prstGeom prst="bentConnector3">
              <a:avLst>
                <a:gd name="adj1" fmla="val -16307"/>
              </a:avLst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4" name="Connector: Elbow 23">
              <a:extLst>
                <a:ext uri="{FF2B5EF4-FFF2-40B4-BE49-F238E27FC236}">
                  <a16:creationId xmlns:a16="http://schemas.microsoft.com/office/drawing/2014/main" id="{AD94FCAF-E4A4-A473-715B-84E0FA26F994}"/>
                </a:ext>
              </a:extLst>
            </p:cNvPr>
            <p:cNvCxnSpPr>
              <a:stCxn id="7" idx="2"/>
              <a:endCxn id="8" idx="2"/>
            </p:cNvCxnSpPr>
            <p:nvPr/>
          </p:nvCxnSpPr>
          <p:spPr>
            <a:xfrm rot="5400000" flipH="1" flipV="1">
              <a:off x="7950978" y="2373541"/>
              <a:ext cx="1338679" cy="1306604"/>
            </a:xfrm>
            <a:prstGeom prst="bentConnector3">
              <a:avLst>
                <a:gd name="adj1" fmla="val -17077"/>
              </a:avLst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6" name="Connector: Elbow 25">
              <a:extLst>
                <a:ext uri="{FF2B5EF4-FFF2-40B4-BE49-F238E27FC236}">
                  <a16:creationId xmlns:a16="http://schemas.microsoft.com/office/drawing/2014/main" id="{C8743502-2714-E079-BF15-F637AE39EE8C}"/>
                </a:ext>
              </a:extLst>
            </p:cNvPr>
            <p:cNvCxnSpPr>
              <a:stCxn id="8" idx="0"/>
              <a:endCxn id="5" idx="1"/>
            </p:cNvCxnSpPr>
            <p:nvPr/>
          </p:nvCxnSpPr>
          <p:spPr>
            <a:xfrm rot="16200000" flipH="1">
              <a:off x="9277278" y="1780820"/>
              <a:ext cx="1338679" cy="1345996"/>
            </a:xfrm>
            <a:prstGeom prst="bentConnector3">
              <a:avLst>
                <a:gd name="adj1" fmla="val -17077"/>
              </a:avLst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BC2341F0-6442-0427-B3F2-31EDD49654F7}"/>
                </a:ext>
              </a:extLst>
            </p:cNvPr>
            <p:cNvSpPr txBox="1"/>
            <p:nvPr/>
          </p:nvSpPr>
          <p:spPr>
            <a:xfrm>
              <a:off x="1945433" y="2461237"/>
              <a:ext cx="425116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600">
                  <a:latin typeface="+mj-lt"/>
                </a:rPr>
                <a:t>(1)</a:t>
              </a:r>
              <a:endParaRPr lang="en-US" sz="1600">
                <a:latin typeface="+mj-lt"/>
              </a:endParaRPr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6F85CC87-117B-AD77-530F-F7830A94F887}"/>
                </a:ext>
              </a:extLst>
            </p:cNvPr>
            <p:cNvSpPr txBox="1"/>
            <p:nvPr/>
          </p:nvSpPr>
          <p:spPr>
            <a:xfrm>
              <a:off x="3703204" y="2461237"/>
              <a:ext cx="425116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600">
                  <a:latin typeface="+mj-lt"/>
                </a:rPr>
                <a:t>(2)</a:t>
              </a:r>
              <a:endParaRPr lang="en-US" sz="1600">
                <a:latin typeface="+mj-lt"/>
              </a:endParaRPr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1F453E09-60C1-84D8-4160-F013DA9DBAF0}"/>
                </a:ext>
              </a:extLst>
            </p:cNvPr>
            <p:cNvSpPr txBox="1"/>
            <p:nvPr/>
          </p:nvSpPr>
          <p:spPr>
            <a:xfrm>
              <a:off x="4969662" y="2461237"/>
              <a:ext cx="425116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600">
                  <a:latin typeface="+mj-lt"/>
                </a:rPr>
                <a:t>(3)</a:t>
              </a:r>
              <a:endParaRPr lang="en-US" sz="1600">
                <a:latin typeface="+mj-lt"/>
              </a:endParaRPr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0DDEA7C5-BDDB-8282-A623-90653FF86101}"/>
                </a:ext>
              </a:extLst>
            </p:cNvPr>
            <p:cNvSpPr txBox="1"/>
            <p:nvPr/>
          </p:nvSpPr>
          <p:spPr>
            <a:xfrm>
              <a:off x="6276941" y="2461237"/>
              <a:ext cx="425116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600">
                  <a:latin typeface="+mj-lt"/>
                </a:rPr>
                <a:t>(4)</a:t>
              </a:r>
              <a:endParaRPr lang="en-US" sz="1600">
                <a:latin typeface="+mj-lt"/>
              </a:endParaRPr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088F36DE-2D69-ECA2-E8D9-5EAA6F5F8E38}"/>
                </a:ext>
              </a:extLst>
            </p:cNvPr>
            <p:cNvSpPr txBox="1"/>
            <p:nvPr/>
          </p:nvSpPr>
          <p:spPr>
            <a:xfrm>
              <a:off x="7541901" y="2461237"/>
              <a:ext cx="425116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600">
                  <a:latin typeface="+mj-lt"/>
                </a:rPr>
                <a:t>(5)</a:t>
              </a:r>
              <a:endParaRPr lang="en-US" sz="1600">
                <a:latin typeface="+mj-lt"/>
              </a:endParaRPr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2FAC1699-66DF-C02E-1ED6-E3119B7E5061}"/>
                </a:ext>
              </a:extLst>
            </p:cNvPr>
            <p:cNvSpPr txBox="1"/>
            <p:nvPr/>
          </p:nvSpPr>
          <p:spPr>
            <a:xfrm>
              <a:off x="8848504" y="2461237"/>
              <a:ext cx="425116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600">
                  <a:latin typeface="+mj-lt"/>
                </a:rPr>
                <a:t>(6)</a:t>
              </a:r>
              <a:endParaRPr lang="en-US" sz="1600">
                <a:latin typeface="+mj-lt"/>
              </a:endParaRPr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7B07E3FD-B578-8A16-838C-02FFF3CCEA43}"/>
                </a:ext>
              </a:extLst>
            </p:cNvPr>
            <p:cNvSpPr txBox="1"/>
            <p:nvPr/>
          </p:nvSpPr>
          <p:spPr>
            <a:xfrm>
              <a:off x="10194500" y="2461237"/>
              <a:ext cx="425116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600">
                  <a:latin typeface="+mj-lt"/>
                </a:rPr>
                <a:t>(7)</a:t>
              </a:r>
              <a:endParaRPr lang="en-US" sz="1600">
                <a:latin typeface="+mj-lt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88388211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9D554426-02F7-6201-3382-1D1AE96B3CE9}"/>
              </a:ext>
            </a:extLst>
          </p:cNvPr>
          <p:cNvSpPr/>
          <p:nvPr/>
        </p:nvSpPr>
        <p:spPr>
          <a:xfrm>
            <a:off x="4199664" y="2161516"/>
            <a:ext cx="3106270" cy="564775"/>
          </a:xfrm>
          <a:prstGeom prst="round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Mô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hình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embedding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thứ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1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F5077656-6A4D-58F0-8A7A-9FBD56E062FD}"/>
              </a:ext>
            </a:extLst>
          </p:cNvPr>
          <p:cNvSpPr/>
          <p:nvPr/>
        </p:nvSpPr>
        <p:spPr>
          <a:xfrm>
            <a:off x="4199664" y="2864225"/>
            <a:ext cx="3106270" cy="564775"/>
          </a:xfrm>
          <a:prstGeom prst="round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Mô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hình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embedding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thứ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2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14119826-8CDE-7B01-CE12-92B08DA695BA}"/>
              </a:ext>
            </a:extLst>
          </p:cNvPr>
          <p:cNvSpPr/>
          <p:nvPr/>
        </p:nvSpPr>
        <p:spPr>
          <a:xfrm>
            <a:off x="4199664" y="3566934"/>
            <a:ext cx="3106270" cy="564775"/>
          </a:xfrm>
          <a:prstGeom prst="round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…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D509198A-0DC1-1DD7-2B6F-2F4D3465A857}"/>
              </a:ext>
            </a:extLst>
          </p:cNvPr>
          <p:cNvSpPr/>
          <p:nvPr/>
        </p:nvSpPr>
        <p:spPr>
          <a:xfrm>
            <a:off x="4199664" y="4269643"/>
            <a:ext cx="3106270" cy="564775"/>
          </a:xfrm>
          <a:prstGeom prst="round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Mô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hình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embedding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thứ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9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652C132B-786B-4BBA-58ED-644F7C300F16}"/>
              </a:ext>
            </a:extLst>
          </p:cNvPr>
          <p:cNvSpPr/>
          <p:nvPr/>
        </p:nvSpPr>
        <p:spPr>
          <a:xfrm>
            <a:off x="8628642" y="2196783"/>
            <a:ext cx="3106270" cy="1267485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Đánh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err="1">
                <a:latin typeface="Times New Roman" panose="02020603050405020304" pitchFamily="18" charset="0"/>
                <a:cs typeface="Times New Roman" panose="02020603050405020304" pitchFamily="18" charset="0"/>
              </a:rPr>
              <a:t>giá</a:t>
            </a:r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 các</a:t>
            </a:r>
            <a:endParaRPr lang="vi-V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>
              <a:lnSpc>
                <a:spcPct val="150000"/>
              </a:lnSpc>
            </a:pPr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mô hình</a:t>
            </a:r>
            <a:r>
              <a:rPr lang="vi-VN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embedding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702AFE56-144B-3D67-0AA6-792A70207318}"/>
              </a:ext>
            </a:extLst>
          </p:cNvPr>
          <p:cNvSpPr/>
          <p:nvPr/>
        </p:nvSpPr>
        <p:spPr>
          <a:xfrm>
            <a:off x="8628642" y="4203942"/>
            <a:ext cx="3106270" cy="564775"/>
          </a:xfrm>
          <a:prstGeom prst="round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Mô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hình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embedding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tốt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nhất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1" name="Connector: Elbow 10">
            <a:extLst>
              <a:ext uri="{FF2B5EF4-FFF2-40B4-BE49-F238E27FC236}">
                <a16:creationId xmlns:a16="http://schemas.microsoft.com/office/drawing/2014/main" id="{3D85151E-3E44-E803-2997-4A581D50A246}"/>
              </a:ext>
            </a:extLst>
          </p:cNvPr>
          <p:cNvCxnSpPr>
            <a:cxnSpLocks/>
            <a:endCxn id="7" idx="1"/>
          </p:cNvCxnSpPr>
          <p:nvPr/>
        </p:nvCxnSpPr>
        <p:spPr>
          <a:xfrm>
            <a:off x="3200400" y="4210195"/>
            <a:ext cx="999264" cy="341836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" name="Connector: Elbow 11">
            <a:extLst>
              <a:ext uri="{FF2B5EF4-FFF2-40B4-BE49-F238E27FC236}">
                <a16:creationId xmlns:a16="http://schemas.microsoft.com/office/drawing/2014/main" id="{3B416591-AA92-CD3B-CB62-161FE2288E92}"/>
              </a:ext>
            </a:extLst>
          </p:cNvPr>
          <p:cNvCxnSpPr>
            <a:cxnSpLocks/>
            <a:endCxn id="6" idx="1"/>
          </p:cNvCxnSpPr>
          <p:nvPr/>
        </p:nvCxnSpPr>
        <p:spPr>
          <a:xfrm flipV="1">
            <a:off x="3200400" y="3849322"/>
            <a:ext cx="999264" cy="360873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" name="Connector: Elbow 14">
            <a:extLst>
              <a:ext uri="{FF2B5EF4-FFF2-40B4-BE49-F238E27FC236}">
                <a16:creationId xmlns:a16="http://schemas.microsoft.com/office/drawing/2014/main" id="{DA66796E-470B-F597-8EB2-BA2BC0D79DFB}"/>
              </a:ext>
            </a:extLst>
          </p:cNvPr>
          <p:cNvCxnSpPr>
            <a:cxnSpLocks/>
            <a:endCxn id="5" idx="1"/>
          </p:cNvCxnSpPr>
          <p:nvPr/>
        </p:nvCxnSpPr>
        <p:spPr>
          <a:xfrm flipV="1">
            <a:off x="3200400" y="3146613"/>
            <a:ext cx="999264" cy="1063582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" name="Connector: Elbow 17">
            <a:extLst>
              <a:ext uri="{FF2B5EF4-FFF2-40B4-BE49-F238E27FC236}">
                <a16:creationId xmlns:a16="http://schemas.microsoft.com/office/drawing/2014/main" id="{582234F0-BED0-EFF6-A032-BC295D83E412}"/>
              </a:ext>
            </a:extLst>
          </p:cNvPr>
          <p:cNvCxnSpPr>
            <a:cxnSpLocks/>
            <a:endCxn id="4" idx="1"/>
          </p:cNvCxnSpPr>
          <p:nvPr/>
        </p:nvCxnSpPr>
        <p:spPr>
          <a:xfrm flipV="1">
            <a:off x="3200400" y="2443904"/>
            <a:ext cx="999264" cy="1766291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" name="Connector: Elbow 21">
            <a:extLst>
              <a:ext uri="{FF2B5EF4-FFF2-40B4-BE49-F238E27FC236}">
                <a16:creationId xmlns:a16="http://schemas.microsoft.com/office/drawing/2014/main" id="{33CD101D-6DFE-141C-1EA5-3FA099A1402B}"/>
              </a:ext>
            </a:extLst>
          </p:cNvPr>
          <p:cNvCxnSpPr>
            <a:cxnSpLocks/>
            <a:stCxn id="4" idx="3"/>
            <a:endCxn id="8" idx="1"/>
          </p:cNvCxnSpPr>
          <p:nvPr/>
        </p:nvCxnSpPr>
        <p:spPr>
          <a:xfrm>
            <a:off x="7305934" y="2443904"/>
            <a:ext cx="1322708" cy="386622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5" name="Connector: Elbow 24">
            <a:extLst>
              <a:ext uri="{FF2B5EF4-FFF2-40B4-BE49-F238E27FC236}">
                <a16:creationId xmlns:a16="http://schemas.microsoft.com/office/drawing/2014/main" id="{3BD9F433-E4E8-0D2A-74D6-95D14C182EBD}"/>
              </a:ext>
            </a:extLst>
          </p:cNvPr>
          <p:cNvCxnSpPr>
            <a:cxnSpLocks/>
            <a:stCxn id="5" idx="3"/>
            <a:endCxn id="8" idx="1"/>
          </p:cNvCxnSpPr>
          <p:nvPr/>
        </p:nvCxnSpPr>
        <p:spPr>
          <a:xfrm flipV="1">
            <a:off x="7305934" y="2830526"/>
            <a:ext cx="1322708" cy="316087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8" name="Connector: Elbow 27">
            <a:extLst>
              <a:ext uri="{FF2B5EF4-FFF2-40B4-BE49-F238E27FC236}">
                <a16:creationId xmlns:a16="http://schemas.microsoft.com/office/drawing/2014/main" id="{D7DA4822-67CF-5A59-146F-E542C24B2290}"/>
              </a:ext>
            </a:extLst>
          </p:cNvPr>
          <p:cNvCxnSpPr>
            <a:cxnSpLocks/>
            <a:stCxn id="6" idx="3"/>
            <a:endCxn id="8" idx="1"/>
          </p:cNvCxnSpPr>
          <p:nvPr/>
        </p:nvCxnSpPr>
        <p:spPr>
          <a:xfrm flipV="1">
            <a:off x="7305934" y="2830526"/>
            <a:ext cx="1322708" cy="1018796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1" name="Connector: Elbow 30">
            <a:extLst>
              <a:ext uri="{FF2B5EF4-FFF2-40B4-BE49-F238E27FC236}">
                <a16:creationId xmlns:a16="http://schemas.microsoft.com/office/drawing/2014/main" id="{EDE7D1EE-109E-83EC-0BD9-4020CD37FCCC}"/>
              </a:ext>
            </a:extLst>
          </p:cNvPr>
          <p:cNvCxnSpPr>
            <a:cxnSpLocks/>
            <a:stCxn id="7" idx="3"/>
            <a:endCxn id="8" idx="1"/>
          </p:cNvCxnSpPr>
          <p:nvPr/>
        </p:nvCxnSpPr>
        <p:spPr>
          <a:xfrm flipV="1">
            <a:off x="7305934" y="2830526"/>
            <a:ext cx="1322708" cy="1721505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A49B7D38-4D52-C275-261C-25F35EDADFA9}"/>
              </a:ext>
            </a:extLst>
          </p:cNvPr>
          <p:cNvCxnSpPr>
            <a:stCxn id="8" idx="2"/>
            <a:endCxn id="9" idx="0"/>
          </p:cNvCxnSpPr>
          <p:nvPr/>
        </p:nvCxnSpPr>
        <p:spPr>
          <a:xfrm>
            <a:off x="10181777" y="3464268"/>
            <a:ext cx="0" cy="73967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" name="Cylinder 9">
            <a:extLst>
              <a:ext uri="{FF2B5EF4-FFF2-40B4-BE49-F238E27FC236}">
                <a16:creationId xmlns:a16="http://schemas.microsoft.com/office/drawing/2014/main" id="{B7448E0E-1025-81CE-9FBD-D7722C494F23}"/>
              </a:ext>
            </a:extLst>
          </p:cNvPr>
          <p:cNvSpPr/>
          <p:nvPr/>
        </p:nvSpPr>
        <p:spPr>
          <a:xfrm>
            <a:off x="1437426" y="3464268"/>
            <a:ext cx="1762974" cy="1390930"/>
          </a:xfrm>
          <a:prstGeom prst="can">
            <a:avLst>
              <a:gd name="adj" fmla="val 16447"/>
            </a:avLst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r>
              <a:rPr lang="vi-VN" sz="16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Bộ dữ liệu về lịch sử Việt Nam đã được chuẩn hóa</a:t>
            </a:r>
          </a:p>
        </p:txBody>
      </p:sp>
    </p:spTree>
    <p:extLst>
      <p:ext uri="{BB962C8B-B14F-4D97-AF65-F5344CB8AC3E}">
        <p14:creationId xmlns:p14="http://schemas.microsoft.com/office/powerpoint/2010/main" val="376355174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76BB85E-EAB6-2089-5682-48447CE032A4}"/>
              </a:ext>
            </a:extLst>
          </p:cNvPr>
          <p:cNvSpPr txBox="1"/>
          <p:nvPr/>
        </p:nvSpPr>
        <p:spPr>
          <a:xfrm>
            <a:off x="612648" y="795528"/>
            <a:ext cx="8497839" cy="369331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vi-VN"/>
              <a:t>Chức năng đăng nhập/đăng xuất: </a:t>
            </a:r>
            <a:r>
              <a:rPr lang="vi-VN">
                <a:solidFill>
                  <a:srgbClr val="00B0F0"/>
                </a:solidFill>
              </a:rPr>
              <a:t>biểu đồ chức năng, usecase</a:t>
            </a:r>
            <a:r>
              <a:rPr lang="vi-VN"/>
              <a:t>, tuần tự</a:t>
            </a:r>
          </a:p>
          <a:p>
            <a:pPr marL="285750" indent="-285750">
              <a:buFontTx/>
              <a:buChar char="-"/>
            </a:pPr>
            <a:r>
              <a:rPr lang="vi-VN"/>
              <a:t>Chức năng cài đặt người dùng tùy chọn: </a:t>
            </a:r>
            <a:r>
              <a:rPr lang="vi-VN">
                <a:solidFill>
                  <a:srgbClr val="00B0F0"/>
                </a:solidFill>
              </a:rPr>
              <a:t>biểu đồ  chức năng, usecase,</a:t>
            </a:r>
            <a:r>
              <a:rPr lang="vi-VN"/>
              <a:t> tuần tự</a:t>
            </a:r>
          </a:p>
          <a:p>
            <a:pPr marL="285750" indent="-285750">
              <a:buFontTx/>
              <a:buChar char="-"/>
            </a:pPr>
            <a:r>
              <a:rPr lang="vi-VN"/>
              <a:t>Chức năng khởi tạo starter: biểu đồ tuần tự</a:t>
            </a:r>
          </a:p>
          <a:p>
            <a:pPr marL="285750" indent="-285750">
              <a:buFontTx/>
              <a:buChar char="-"/>
            </a:pPr>
            <a:r>
              <a:rPr lang="vi-VN"/>
              <a:t>Chức năng trò chuyện văn bản: </a:t>
            </a:r>
            <a:r>
              <a:rPr lang="vi-VN">
                <a:solidFill>
                  <a:srgbClr val="00B0F0"/>
                </a:solidFill>
              </a:rPr>
              <a:t>biểu đồ chức năng, usecase</a:t>
            </a:r>
            <a:r>
              <a:rPr lang="vi-VN"/>
              <a:t>, tuần tự</a:t>
            </a:r>
          </a:p>
          <a:p>
            <a:pPr marL="285750" indent="-285750">
              <a:buFontTx/>
              <a:buChar char="-"/>
            </a:pPr>
            <a:r>
              <a:rPr lang="vi-VN"/>
              <a:t>Chức năng trò chuyện âm thanh: </a:t>
            </a:r>
            <a:r>
              <a:rPr lang="vi-VN">
                <a:solidFill>
                  <a:srgbClr val="00B0F0"/>
                </a:solidFill>
              </a:rPr>
              <a:t>chức năng, usecase</a:t>
            </a:r>
            <a:r>
              <a:rPr lang="vi-VN"/>
              <a:t>, tuần tự</a:t>
            </a:r>
          </a:p>
          <a:p>
            <a:pPr marL="285750" indent="-285750">
              <a:buFontTx/>
              <a:buChar char="-"/>
            </a:pPr>
            <a:r>
              <a:rPr lang="vi-VN"/>
              <a:t>Chức năng tăng cường trí nhớ hội thoại: </a:t>
            </a:r>
            <a:r>
              <a:rPr lang="vi-VN">
                <a:solidFill>
                  <a:srgbClr val="00B0F0"/>
                </a:solidFill>
              </a:rPr>
              <a:t>chức năng, usecase</a:t>
            </a:r>
            <a:r>
              <a:rPr lang="vi-VN"/>
              <a:t>, tuần tự</a:t>
            </a:r>
          </a:p>
          <a:p>
            <a:pPr marL="285750" indent="-285750">
              <a:buFontTx/>
              <a:buChar char="-"/>
            </a:pPr>
            <a:r>
              <a:rPr lang="vi-VN"/>
              <a:t>Chức năng quản lý hành vi người dùng: chức năng, usecase, tuần tự</a:t>
            </a:r>
          </a:p>
          <a:p>
            <a:pPr marL="285750" indent="-285750">
              <a:buFontTx/>
              <a:buChar char="-"/>
            </a:pPr>
            <a:r>
              <a:rPr lang="vi-VN"/>
              <a:t>Chức năng quản lý hội thoại: chức năng, usecase, tuần tự</a:t>
            </a:r>
          </a:p>
          <a:p>
            <a:pPr marL="285750" indent="-285750">
              <a:buFontTx/>
              <a:buChar char="-"/>
            </a:pPr>
            <a:r>
              <a:rPr lang="vi-VN"/>
              <a:t>Chức năng xử lý trích xuất thông tin trò chuyện</a:t>
            </a:r>
          </a:p>
          <a:p>
            <a:pPr marL="285750" indent="-285750">
              <a:buFontTx/>
              <a:buChar char="-"/>
            </a:pPr>
            <a:endParaRPr lang="vi-VN"/>
          </a:p>
          <a:p>
            <a:pPr marL="285750" indent="-285750">
              <a:buFontTx/>
              <a:buChar char="-"/>
            </a:pPr>
            <a:r>
              <a:rPr lang="vi-VN"/>
              <a:t>Thiết kế cơ sở dữ liệu embedding: có những trường nào</a:t>
            </a:r>
          </a:p>
          <a:p>
            <a:pPr marL="285750" indent="-285750">
              <a:buFontTx/>
              <a:buChar char="-"/>
            </a:pPr>
            <a:r>
              <a:rPr lang="vi-VN"/>
              <a:t>Cơ sở dữ liệu lưu trữ lịch sử hội thoại</a:t>
            </a:r>
          </a:p>
          <a:p>
            <a:pPr marL="285750" indent="-285750">
              <a:buFontTx/>
              <a:buChar char="-"/>
            </a:pPr>
            <a:r>
              <a:rPr lang="vi-VN"/>
              <a:t>Co sơ dữ liệu lưu trữ thông tin người dùng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996474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2EA15317-0687-82A7-8F34-E245BF7496A2}"/>
              </a:ext>
            </a:extLst>
          </p:cNvPr>
          <p:cNvSpPr/>
          <p:nvPr/>
        </p:nvSpPr>
        <p:spPr>
          <a:xfrm>
            <a:off x="4710543" y="1888300"/>
            <a:ext cx="2770912" cy="436418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600">
                <a:solidFill>
                  <a:schemeClr val="tx1"/>
                </a:solidFill>
                <a:latin typeface="+mj-lt"/>
              </a:rPr>
              <a:t>Giao diện đăng ký/đăng nhập</a:t>
            </a:r>
            <a:endParaRPr lang="en-US" sz="1600">
              <a:solidFill>
                <a:schemeClr val="tx1"/>
              </a:solidFill>
              <a:latin typeface="+mj-lt"/>
            </a:endParaRP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840EBFA2-C2F3-9787-724E-2BF7ED3F6604}"/>
              </a:ext>
            </a:extLst>
          </p:cNvPr>
          <p:cNvSpPr/>
          <p:nvPr/>
        </p:nvSpPr>
        <p:spPr>
          <a:xfrm>
            <a:off x="2614180" y="3052081"/>
            <a:ext cx="1588078" cy="675409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600">
                <a:solidFill>
                  <a:schemeClr val="tx1"/>
                </a:solidFill>
                <a:latin typeface="+mj-lt"/>
              </a:rPr>
              <a:t>Đăng ký</a:t>
            </a:r>
            <a:endParaRPr lang="en-US" sz="1600">
              <a:solidFill>
                <a:schemeClr val="tx1"/>
              </a:solidFill>
              <a:latin typeface="+mj-lt"/>
            </a:endParaRP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0C64B575-A76D-5036-8FA9-2AFD31831522}"/>
              </a:ext>
            </a:extLst>
          </p:cNvPr>
          <p:cNvSpPr/>
          <p:nvPr/>
        </p:nvSpPr>
        <p:spPr>
          <a:xfrm>
            <a:off x="5301959" y="3052082"/>
            <a:ext cx="1588078" cy="675409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600">
                <a:solidFill>
                  <a:schemeClr val="tx1"/>
                </a:solidFill>
                <a:latin typeface="+mj-lt"/>
              </a:rPr>
              <a:t>Đăng nhập</a:t>
            </a:r>
            <a:endParaRPr lang="en-US" sz="1600">
              <a:solidFill>
                <a:schemeClr val="tx1"/>
              </a:solidFill>
              <a:latin typeface="+mj-lt"/>
            </a:endParaRP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6E28BFBE-3429-1418-D209-77F555515ECD}"/>
              </a:ext>
            </a:extLst>
          </p:cNvPr>
          <p:cNvSpPr/>
          <p:nvPr/>
        </p:nvSpPr>
        <p:spPr>
          <a:xfrm>
            <a:off x="5301959" y="4454854"/>
            <a:ext cx="1588078" cy="675409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600">
                <a:solidFill>
                  <a:schemeClr val="tx1"/>
                </a:solidFill>
                <a:latin typeface="+mj-lt"/>
              </a:rPr>
              <a:t>Người dùng nhập thông tin</a:t>
            </a:r>
            <a:endParaRPr lang="en-US" sz="1600">
              <a:solidFill>
                <a:schemeClr val="tx1"/>
              </a:solidFill>
              <a:latin typeface="+mj-lt"/>
            </a:endParaRP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8BEBDE03-5A5E-50A8-0CAA-9BA9D30EF15A}"/>
              </a:ext>
            </a:extLst>
          </p:cNvPr>
          <p:cNvSpPr/>
          <p:nvPr/>
        </p:nvSpPr>
        <p:spPr>
          <a:xfrm>
            <a:off x="2614180" y="4413288"/>
            <a:ext cx="1588078" cy="675409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600">
                <a:solidFill>
                  <a:schemeClr val="tx1"/>
                </a:solidFill>
                <a:latin typeface="+mj-lt"/>
              </a:rPr>
              <a:t>Người dùng nhập thông tin</a:t>
            </a:r>
            <a:endParaRPr lang="en-US" sz="1600">
              <a:solidFill>
                <a:schemeClr val="tx1"/>
              </a:solidFill>
              <a:latin typeface="+mj-lt"/>
            </a:endParaRP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C74779B1-D515-1EF6-1900-5F8D609F013D}"/>
              </a:ext>
            </a:extLst>
          </p:cNvPr>
          <p:cNvSpPr/>
          <p:nvPr/>
        </p:nvSpPr>
        <p:spPr>
          <a:xfrm>
            <a:off x="2614180" y="5816061"/>
            <a:ext cx="6963636" cy="675409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600">
                <a:solidFill>
                  <a:schemeClr val="tx1"/>
                </a:solidFill>
                <a:latin typeface="+mj-lt"/>
              </a:rPr>
              <a:t>Giao diện người dùng chatbot</a:t>
            </a:r>
            <a:endParaRPr lang="en-US" sz="1600">
              <a:solidFill>
                <a:schemeClr val="tx1"/>
              </a:solidFill>
              <a:latin typeface="+mj-lt"/>
            </a:endParaRP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AAF0A63F-FBD6-2D94-6DCC-10B1FCC92632}"/>
              </a:ext>
            </a:extLst>
          </p:cNvPr>
          <p:cNvSpPr/>
          <p:nvPr/>
        </p:nvSpPr>
        <p:spPr>
          <a:xfrm>
            <a:off x="7989738" y="4444460"/>
            <a:ext cx="1588078" cy="675409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600">
                <a:solidFill>
                  <a:schemeClr val="tx1"/>
                </a:solidFill>
                <a:latin typeface="+mj-lt"/>
              </a:rPr>
              <a:t>Đăng xuất</a:t>
            </a:r>
            <a:endParaRPr lang="en-US" sz="1600">
              <a:solidFill>
                <a:schemeClr val="tx1"/>
              </a:solidFill>
              <a:latin typeface="+mj-lt"/>
            </a:endParaRP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C3BA0F59-8489-6D44-D3EB-8179377580FA}"/>
              </a:ext>
            </a:extLst>
          </p:cNvPr>
          <p:cNvCxnSpPr>
            <a:cxnSpLocks/>
            <a:endCxn id="3" idx="0"/>
          </p:cNvCxnSpPr>
          <p:nvPr/>
        </p:nvCxnSpPr>
        <p:spPr>
          <a:xfrm>
            <a:off x="6095999" y="1479068"/>
            <a:ext cx="0" cy="40923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DA813B6C-58AF-F8F9-FA69-4AECEA469ABE}"/>
              </a:ext>
            </a:extLst>
          </p:cNvPr>
          <p:cNvCxnSpPr>
            <a:cxnSpLocks/>
            <a:stCxn id="3" idx="2"/>
            <a:endCxn id="5" idx="0"/>
          </p:cNvCxnSpPr>
          <p:nvPr/>
        </p:nvCxnSpPr>
        <p:spPr>
          <a:xfrm flipH="1">
            <a:off x="6095998" y="2324718"/>
            <a:ext cx="1" cy="72736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7" name="Connector: Elbow 16">
            <a:extLst>
              <a:ext uri="{FF2B5EF4-FFF2-40B4-BE49-F238E27FC236}">
                <a16:creationId xmlns:a16="http://schemas.microsoft.com/office/drawing/2014/main" id="{E6831E9B-2008-4202-FB03-7485722821DA}"/>
              </a:ext>
            </a:extLst>
          </p:cNvPr>
          <p:cNvCxnSpPr>
            <a:cxnSpLocks/>
            <a:stCxn id="3" idx="2"/>
            <a:endCxn id="4" idx="0"/>
          </p:cNvCxnSpPr>
          <p:nvPr/>
        </p:nvCxnSpPr>
        <p:spPr>
          <a:xfrm rot="5400000">
            <a:off x="4388428" y="1344509"/>
            <a:ext cx="727363" cy="2687780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1355E5A9-3368-5FE1-631A-DF73C9926095}"/>
              </a:ext>
            </a:extLst>
          </p:cNvPr>
          <p:cNvCxnSpPr>
            <a:stCxn id="5" idx="2"/>
            <a:endCxn id="6" idx="0"/>
          </p:cNvCxnSpPr>
          <p:nvPr/>
        </p:nvCxnSpPr>
        <p:spPr>
          <a:xfrm>
            <a:off x="6095998" y="3727491"/>
            <a:ext cx="0" cy="72736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E652D558-672F-1A4C-D571-A74E57862B81}"/>
              </a:ext>
            </a:extLst>
          </p:cNvPr>
          <p:cNvCxnSpPr>
            <a:stCxn id="4" idx="2"/>
            <a:endCxn id="8" idx="0"/>
          </p:cNvCxnSpPr>
          <p:nvPr/>
        </p:nvCxnSpPr>
        <p:spPr>
          <a:xfrm>
            <a:off x="3408219" y="3727490"/>
            <a:ext cx="0" cy="68579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4BA61D56-544D-3777-00ED-74D7C273C477}"/>
              </a:ext>
            </a:extLst>
          </p:cNvPr>
          <p:cNvCxnSpPr>
            <a:cxnSpLocks/>
            <a:stCxn id="8" idx="2"/>
          </p:cNvCxnSpPr>
          <p:nvPr/>
        </p:nvCxnSpPr>
        <p:spPr>
          <a:xfrm>
            <a:off x="3408219" y="5088697"/>
            <a:ext cx="0" cy="37407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4ADD7E55-E2CA-B3E2-9813-6E78261D1520}"/>
              </a:ext>
            </a:extLst>
          </p:cNvPr>
          <p:cNvCxnSpPr/>
          <p:nvPr/>
        </p:nvCxnSpPr>
        <p:spPr>
          <a:xfrm>
            <a:off x="3408219" y="5462773"/>
            <a:ext cx="2185814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42F78551-9762-E155-4B6D-961F07218F4B}"/>
              </a:ext>
            </a:extLst>
          </p:cNvPr>
          <p:cNvCxnSpPr>
            <a:cxnSpLocks/>
          </p:cNvCxnSpPr>
          <p:nvPr/>
        </p:nvCxnSpPr>
        <p:spPr>
          <a:xfrm>
            <a:off x="5594033" y="5462773"/>
            <a:ext cx="0" cy="35328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3033B4EB-A950-B53B-26CD-5A7783A71260}"/>
              </a:ext>
            </a:extLst>
          </p:cNvPr>
          <p:cNvCxnSpPr>
            <a:stCxn id="6" idx="2"/>
            <a:endCxn id="10" idx="0"/>
          </p:cNvCxnSpPr>
          <p:nvPr/>
        </p:nvCxnSpPr>
        <p:spPr>
          <a:xfrm>
            <a:off x="6095998" y="5130263"/>
            <a:ext cx="0" cy="68579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6" name="Connector: Elbow 45">
            <a:extLst>
              <a:ext uri="{FF2B5EF4-FFF2-40B4-BE49-F238E27FC236}">
                <a16:creationId xmlns:a16="http://schemas.microsoft.com/office/drawing/2014/main" id="{066B987A-3824-6F03-B748-175C64F11F8D}"/>
              </a:ext>
            </a:extLst>
          </p:cNvPr>
          <p:cNvCxnSpPr>
            <a:cxnSpLocks/>
            <a:stCxn id="6" idx="3"/>
            <a:endCxn id="3" idx="3"/>
          </p:cNvCxnSpPr>
          <p:nvPr/>
        </p:nvCxnSpPr>
        <p:spPr>
          <a:xfrm flipV="1">
            <a:off x="6890037" y="2106509"/>
            <a:ext cx="591418" cy="2686050"/>
          </a:xfrm>
          <a:prstGeom prst="bentConnector3">
            <a:avLst>
              <a:gd name="adj1" fmla="val 156223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9" name="Connector: Elbow 48">
            <a:extLst>
              <a:ext uri="{FF2B5EF4-FFF2-40B4-BE49-F238E27FC236}">
                <a16:creationId xmlns:a16="http://schemas.microsoft.com/office/drawing/2014/main" id="{1D38D816-4CA9-2DF2-9B2B-46532840AE4D}"/>
              </a:ext>
            </a:extLst>
          </p:cNvPr>
          <p:cNvCxnSpPr>
            <a:stCxn id="10" idx="3"/>
            <a:endCxn id="11" idx="3"/>
          </p:cNvCxnSpPr>
          <p:nvPr/>
        </p:nvCxnSpPr>
        <p:spPr>
          <a:xfrm flipV="1">
            <a:off x="9577816" y="4782165"/>
            <a:ext cx="12700" cy="1371601"/>
          </a:xfrm>
          <a:prstGeom prst="bentConnector3">
            <a:avLst>
              <a:gd name="adj1" fmla="val 1800000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1" name="Connector: Elbow 50">
            <a:extLst>
              <a:ext uri="{FF2B5EF4-FFF2-40B4-BE49-F238E27FC236}">
                <a16:creationId xmlns:a16="http://schemas.microsoft.com/office/drawing/2014/main" id="{F9A40D3E-EEEC-5419-76DE-483B0D80C761}"/>
              </a:ext>
            </a:extLst>
          </p:cNvPr>
          <p:cNvCxnSpPr>
            <a:cxnSpLocks/>
            <a:stCxn id="11" idx="0"/>
            <a:endCxn id="3" idx="3"/>
          </p:cNvCxnSpPr>
          <p:nvPr/>
        </p:nvCxnSpPr>
        <p:spPr>
          <a:xfrm rot="16200000" flipV="1">
            <a:off x="6963641" y="2624324"/>
            <a:ext cx="2337951" cy="1302322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68" name="Group 67">
            <a:extLst>
              <a:ext uri="{FF2B5EF4-FFF2-40B4-BE49-F238E27FC236}">
                <a16:creationId xmlns:a16="http://schemas.microsoft.com/office/drawing/2014/main" id="{22213870-BA24-1EB9-AA5E-2E2878BFED94}"/>
              </a:ext>
            </a:extLst>
          </p:cNvPr>
          <p:cNvGrpSpPr/>
          <p:nvPr/>
        </p:nvGrpSpPr>
        <p:grpSpPr>
          <a:xfrm>
            <a:off x="5509138" y="214652"/>
            <a:ext cx="1173719" cy="1180574"/>
            <a:chOff x="5509139" y="42349"/>
            <a:chExt cx="1173719" cy="1180574"/>
          </a:xfrm>
        </p:grpSpPr>
        <p:pic>
          <p:nvPicPr>
            <p:cNvPr id="2" name="Graphic 1" descr="User with solid fill">
              <a:extLst>
                <a:ext uri="{FF2B5EF4-FFF2-40B4-BE49-F238E27FC236}">
                  <a16:creationId xmlns:a16="http://schemas.microsoft.com/office/drawing/2014/main" id="{A4CB7FE8-230F-062F-36CC-A4F2FC4E821C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5594034" y="42349"/>
              <a:ext cx="1003931" cy="1003931"/>
            </a:xfrm>
            <a:prstGeom prst="rect">
              <a:avLst/>
            </a:prstGeom>
          </p:spPr>
        </p:pic>
        <p:sp>
          <p:nvSpPr>
            <p:cNvPr id="67" name="TextBox 66">
              <a:extLst>
                <a:ext uri="{FF2B5EF4-FFF2-40B4-BE49-F238E27FC236}">
                  <a16:creationId xmlns:a16="http://schemas.microsoft.com/office/drawing/2014/main" id="{A2BC84E2-0875-1FC8-BDCA-F2E5059A2D34}"/>
                </a:ext>
              </a:extLst>
            </p:cNvPr>
            <p:cNvSpPr txBox="1"/>
            <p:nvPr/>
          </p:nvSpPr>
          <p:spPr>
            <a:xfrm>
              <a:off x="5509139" y="884369"/>
              <a:ext cx="1173719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600">
                  <a:latin typeface="+mj-lt"/>
                </a:rPr>
                <a:t>Người dùng</a:t>
              </a:r>
              <a:endParaRPr lang="en-US" sz="1600">
                <a:latin typeface="+mj-lt"/>
              </a:endParaRPr>
            </a:p>
          </p:txBody>
        </p:sp>
      </p:grpSp>
      <p:sp>
        <p:nvSpPr>
          <p:cNvPr id="69" name="TextBox 68">
            <a:extLst>
              <a:ext uri="{FF2B5EF4-FFF2-40B4-BE49-F238E27FC236}">
                <a16:creationId xmlns:a16="http://schemas.microsoft.com/office/drawing/2014/main" id="{27D9A431-6C12-C75D-2E21-ED8350B2BD23}"/>
              </a:ext>
            </a:extLst>
          </p:cNvPr>
          <p:cNvSpPr txBox="1"/>
          <p:nvPr/>
        </p:nvSpPr>
        <p:spPr>
          <a:xfrm>
            <a:off x="2547236" y="5201164"/>
            <a:ext cx="97815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400">
                <a:latin typeface="+mj-lt"/>
              </a:rPr>
              <a:t>Đăng ký</a:t>
            </a:r>
          </a:p>
          <a:p>
            <a:r>
              <a:rPr lang="vi-VN" sz="1400">
                <a:latin typeface="+mj-lt"/>
              </a:rPr>
              <a:t>thành công</a:t>
            </a:r>
            <a:endParaRPr lang="en-US" sz="1400">
              <a:latin typeface="+mj-lt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1DDCBEC-3C22-77D3-FA32-656909EE95EC}"/>
              </a:ext>
            </a:extLst>
          </p:cNvPr>
          <p:cNvSpPr txBox="1"/>
          <p:nvPr/>
        </p:nvSpPr>
        <p:spPr>
          <a:xfrm>
            <a:off x="6095997" y="5228556"/>
            <a:ext cx="97815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400">
                <a:latin typeface="+mj-lt"/>
              </a:rPr>
              <a:t>Đăng</a:t>
            </a:r>
            <a:r>
              <a:rPr lang="en-US" sz="1400">
                <a:latin typeface="Times New Roman" panose="02020603050405020304" pitchFamily="18" charset="0"/>
                <a:cs typeface="Times New Roman" panose="02020603050405020304" pitchFamily="18" charset="0"/>
              </a:rPr>
              <a:t> nhập</a:t>
            </a:r>
            <a:endParaRPr lang="vi-VN" sz="1400">
              <a:latin typeface="+mj-lt"/>
            </a:endParaRPr>
          </a:p>
          <a:p>
            <a:r>
              <a:rPr lang="vi-VN" sz="1400">
                <a:latin typeface="+mj-lt"/>
              </a:rPr>
              <a:t>thành công</a:t>
            </a:r>
            <a:endParaRPr lang="en-US" sz="1400">
              <a:latin typeface="+mj-lt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2AAA943-F699-9525-C9F3-9D5D1B642FF4}"/>
              </a:ext>
            </a:extLst>
          </p:cNvPr>
          <p:cNvSpPr txBox="1"/>
          <p:nvPr/>
        </p:nvSpPr>
        <p:spPr>
          <a:xfrm>
            <a:off x="6890036" y="4298973"/>
            <a:ext cx="97815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400">
                <a:latin typeface="+mj-lt"/>
              </a:rPr>
              <a:t>Đăng</a:t>
            </a:r>
            <a:r>
              <a:rPr lang="en-US" sz="1400">
                <a:latin typeface="Times New Roman" panose="02020603050405020304" pitchFamily="18" charset="0"/>
                <a:cs typeface="Times New Roman" panose="02020603050405020304" pitchFamily="18" charset="0"/>
              </a:rPr>
              <a:t> nhập</a:t>
            </a:r>
            <a:endParaRPr lang="vi-VN" sz="1400">
              <a:latin typeface="+mj-lt"/>
            </a:endParaRPr>
          </a:p>
          <a:p>
            <a:r>
              <a:rPr lang="en-US" sz="1400">
                <a:latin typeface="Times New Roman" panose="02020603050405020304" pitchFamily="18" charset="0"/>
                <a:cs typeface="Times New Roman" panose="02020603050405020304" pitchFamily="18" charset="0"/>
              </a:rPr>
              <a:t>thất bại</a:t>
            </a:r>
          </a:p>
        </p:txBody>
      </p:sp>
      <p:cxnSp>
        <p:nvCxnSpPr>
          <p:cNvPr id="14" name="Connector: Elbow 13">
            <a:extLst>
              <a:ext uri="{FF2B5EF4-FFF2-40B4-BE49-F238E27FC236}">
                <a16:creationId xmlns:a16="http://schemas.microsoft.com/office/drawing/2014/main" id="{B7249117-E893-AF9B-3863-275BDB8E792F}"/>
              </a:ext>
            </a:extLst>
          </p:cNvPr>
          <p:cNvCxnSpPr>
            <a:stCxn id="8" idx="1"/>
            <a:endCxn id="3" idx="1"/>
          </p:cNvCxnSpPr>
          <p:nvPr/>
        </p:nvCxnSpPr>
        <p:spPr>
          <a:xfrm rot="10800000" flipH="1">
            <a:off x="2614179" y="2106509"/>
            <a:ext cx="2096363" cy="2644484"/>
          </a:xfrm>
          <a:prstGeom prst="bentConnector3">
            <a:avLst>
              <a:gd name="adj1" fmla="val -44346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81D1CD00-98EB-8336-7B7B-0E6774E3C2D1}"/>
              </a:ext>
            </a:extLst>
          </p:cNvPr>
          <p:cNvSpPr txBox="1"/>
          <p:nvPr/>
        </p:nvSpPr>
        <p:spPr>
          <a:xfrm>
            <a:off x="1813273" y="4227772"/>
            <a:ext cx="79861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400">
                <a:latin typeface="+mj-lt"/>
              </a:rPr>
              <a:t>Đăng</a:t>
            </a:r>
            <a:r>
              <a:rPr lang="en-US" sz="1400">
                <a:latin typeface="Times New Roman" panose="02020603050405020304" pitchFamily="18" charset="0"/>
                <a:cs typeface="Times New Roman" panose="02020603050405020304" pitchFamily="18" charset="0"/>
              </a:rPr>
              <a:t> ký</a:t>
            </a:r>
            <a:endParaRPr lang="vi-VN" sz="1400">
              <a:latin typeface="+mj-lt"/>
            </a:endParaRPr>
          </a:p>
          <a:p>
            <a:r>
              <a:rPr lang="en-US" sz="1400">
                <a:latin typeface="Times New Roman" panose="02020603050405020304" pitchFamily="18" charset="0"/>
                <a:cs typeface="Times New Roman" panose="02020603050405020304" pitchFamily="18" charset="0"/>
              </a:rPr>
              <a:t>thất bại</a:t>
            </a:r>
          </a:p>
        </p:txBody>
      </p:sp>
    </p:spTree>
    <p:extLst>
      <p:ext uri="{BB962C8B-B14F-4D97-AF65-F5344CB8AC3E}">
        <p14:creationId xmlns:p14="http://schemas.microsoft.com/office/powerpoint/2010/main" val="304957388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Oval 103">
            <a:extLst>
              <a:ext uri="{FF2B5EF4-FFF2-40B4-BE49-F238E27FC236}">
                <a16:creationId xmlns:a16="http://schemas.microsoft.com/office/drawing/2014/main" id="{CF0DE857-44E6-6D0A-EEB3-B0FD3340E2AE}"/>
              </a:ext>
            </a:extLst>
          </p:cNvPr>
          <p:cNvSpPr/>
          <p:nvPr/>
        </p:nvSpPr>
        <p:spPr>
          <a:xfrm>
            <a:off x="5173980" y="213360"/>
            <a:ext cx="1844040" cy="838200"/>
          </a:xfrm>
          <a:prstGeom prst="ellipse">
            <a:avLst/>
          </a:prstGeom>
          <a:solidFill>
            <a:schemeClr val="bg2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Bắt đầu</a:t>
            </a:r>
          </a:p>
        </p:txBody>
      </p:sp>
      <p:sp>
        <p:nvSpPr>
          <p:cNvPr id="105" name="Rectangle: Rounded Corners 104">
            <a:extLst>
              <a:ext uri="{FF2B5EF4-FFF2-40B4-BE49-F238E27FC236}">
                <a16:creationId xmlns:a16="http://schemas.microsoft.com/office/drawing/2014/main" id="{2967CB8B-9291-D8E1-7D10-4BBDB50EC91D}"/>
              </a:ext>
            </a:extLst>
          </p:cNvPr>
          <p:cNvSpPr/>
          <p:nvPr/>
        </p:nvSpPr>
        <p:spPr>
          <a:xfrm>
            <a:off x="7018020" y="1562099"/>
            <a:ext cx="2941320" cy="102108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Người dùng thực hiện</a:t>
            </a:r>
          </a:p>
          <a:p>
            <a:pPr algn="ctr"/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đăng nhập</a:t>
            </a:r>
          </a:p>
        </p:txBody>
      </p:sp>
      <p:sp>
        <p:nvSpPr>
          <p:cNvPr id="107" name="Diamond 106">
            <a:extLst>
              <a:ext uri="{FF2B5EF4-FFF2-40B4-BE49-F238E27FC236}">
                <a16:creationId xmlns:a16="http://schemas.microsoft.com/office/drawing/2014/main" id="{65C28E9C-15F4-1130-6089-B5D1F062A39C}"/>
              </a:ext>
            </a:extLst>
          </p:cNvPr>
          <p:cNvSpPr/>
          <p:nvPr/>
        </p:nvSpPr>
        <p:spPr>
          <a:xfrm>
            <a:off x="7018020" y="3093720"/>
            <a:ext cx="2941320" cy="1844039"/>
          </a:xfrm>
          <a:prstGeom prst="diamond">
            <a:avLst/>
          </a:prstGeom>
          <a:solidFill>
            <a:schemeClr val="bg2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Hệ thống kiểm tra thông tin đăng nhập</a:t>
            </a:r>
          </a:p>
        </p:txBody>
      </p:sp>
      <p:sp>
        <p:nvSpPr>
          <p:cNvPr id="108" name="Rectangle: Rounded Corners 107">
            <a:extLst>
              <a:ext uri="{FF2B5EF4-FFF2-40B4-BE49-F238E27FC236}">
                <a16:creationId xmlns:a16="http://schemas.microsoft.com/office/drawing/2014/main" id="{917EAA67-5691-42CB-506A-D4AA705CF051}"/>
              </a:ext>
            </a:extLst>
          </p:cNvPr>
          <p:cNvSpPr/>
          <p:nvPr/>
        </p:nvSpPr>
        <p:spPr>
          <a:xfrm>
            <a:off x="4480560" y="5349239"/>
            <a:ext cx="2941320" cy="102108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Giao diện chat</a:t>
            </a:r>
          </a:p>
        </p:txBody>
      </p:sp>
      <p:sp>
        <p:nvSpPr>
          <p:cNvPr id="109" name="Rectangle: Rounded Corners 108">
            <a:extLst>
              <a:ext uri="{FF2B5EF4-FFF2-40B4-BE49-F238E27FC236}">
                <a16:creationId xmlns:a16="http://schemas.microsoft.com/office/drawing/2014/main" id="{CE025A2A-FF9A-D931-CD29-CBC668861B50}"/>
              </a:ext>
            </a:extLst>
          </p:cNvPr>
          <p:cNvSpPr/>
          <p:nvPr/>
        </p:nvSpPr>
        <p:spPr>
          <a:xfrm>
            <a:off x="2232660" y="1562099"/>
            <a:ext cx="2941320" cy="102108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Người dùng thực hiện</a:t>
            </a:r>
          </a:p>
          <a:p>
            <a:pPr algn="ctr"/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đăng ký</a:t>
            </a:r>
          </a:p>
        </p:txBody>
      </p:sp>
      <p:sp>
        <p:nvSpPr>
          <p:cNvPr id="110" name="Diamond 109">
            <a:extLst>
              <a:ext uri="{FF2B5EF4-FFF2-40B4-BE49-F238E27FC236}">
                <a16:creationId xmlns:a16="http://schemas.microsoft.com/office/drawing/2014/main" id="{0AF7C904-E5A9-2BE1-E5CF-5BBE8BD2C068}"/>
              </a:ext>
            </a:extLst>
          </p:cNvPr>
          <p:cNvSpPr/>
          <p:nvPr/>
        </p:nvSpPr>
        <p:spPr>
          <a:xfrm>
            <a:off x="2232660" y="3093720"/>
            <a:ext cx="2941320" cy="1844039"/>
          </a:xfrm>
          <a:prstGeom prst="diamond">
            <a:avLst/>
          </a:prstGeom>
          <a:solidFill>
            <a:schemeClr val="bg2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Hệ thống kiểm tra thông tin đăng ký</a:t>
            </a:r>
          </a:p>
        </p:txBody>
      </p:sp>
      <p:cxnSp>
        <p:nvCxnSpPr>
          <p:cNvPr id="112" name="Connector: Elbow 111">
            <a:extLst>
              <a:ext uri="{FF2B5EF4-FFF2-40B4-BE49-F238E27FC236}">
                <a16:creationId xmlns:a16="http://schemas.microsoft.com/office/drawing/2014/main" id="{8CF5B753-1868-E16A-BB06-838D7C4EC81C}"/>
              </a:ext>
            </a:extLst>
          </p:cNvPr>
          <p:cNvCxnSpPr>
            <a:cxnSpLocks/>
            <a:stCxn id="104" idx="2"/>
            <a:endCxn id="109" idx="0"/>
          </p:cNvCxnSpPr>
          <p:nvPr/>
        </p:nvCxnSpPr>
        <p:spPr>
          <a:xfrm rot="10800000" flipV="1">
            <a:off x="3703320" y="632459"/>
            <a:ext cx="1470660" cy="929639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4" name="Connector: Elbow 113">
            <a:extLst>
              <a:ext uri="{FF2B5EF4-FFF2-40B4-BE49-F238E27FC236}">
                <a16:creationId xmlns:a16="http://schemas.microsoft.com/office/drawing/2014/main" id="{EE05216D-7A3A-7C1A-2BF4-0404AA31F361}"/>
              </a:ext>
            </a:extLst>
          </p:cNvPr>
          <p:cNvCxnSpPr>
            <a:cxnSpLocks/>
            <a:stCxn id="104" idx="6"/>
            <a:endCxn id="105" idx="0"/>
          </p:cNvCxnSpPr>
          <p:nvPr/>
        </p:nvCxnSpPr>
        <p:spPr>
          <a:xfrm>
            <a:off x="7018020" y="632460"/>
            <a:ext cx="1470660" cy="929639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6" name="Straight Arrow Connector 115">
            <a:extLst>
              <a:ext uri="{FF2B5EF4-FFF2-40B4-BE49-F238E27FC236}">
                <a16:creationId xmlns:a16="http://schemas.microsoft.com/office/drawing/2014/main" id="{70DDAD2B-2F3D-821C-7BAE-F7D41AF5CC02}"/>
              </a:ext>
            </a:extLst>
          </p:cNvPr>
          <p:cNvCxnSpPr>
            <a:stCxn id="109" idx="2"/>
            <a:endCxn id="110" idx="0"/>
          </p:cNvCxnSpPr>
          <p:nvPr/>
        </p:nvCxnSpPr>
        <p:spPr>
          <a:xfrm>
            <a:off x="3703320" y="2583179"/>
            <a:ext cx="0" cy="510541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" name="Straight Arrow Connector 117">
            <a:extLst>
              <a:ext uri="{FF2B5EF4-FFF2-40B4-BE49-F238E27FC236}">
                <a16:creationId xmlns:a16="http://schemas.microsoft.com/office/drawing/2014/main" id="{C4184C5E-118A-D8CE-415A-C46980B8FED4}"/>
              </a:ext>
            </a:extLst>
          </p:cNvPr>
          <p:cNvCxnSpPr>
            <a:stCxn id="105" idx="2"/>
            <a:endCxn id="107" idx="0"/>
          </p:cNvCxnSpPr>
          <p:nvPr/>
        </p:nvCxnSpPr>
        <p:spPr>
          <a:xfrm>
            <a:off x="8488680" y="2583179"/>
            <a:ext cx="0" cy="510541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0" name="Connector: Elbow 119">
            <a:extLst>
              <a:ext uri="{FF2B5EF4-FFF2-40B4-BE49-F238E27FC236}">
                <a16:creationId xmlns:a16="http://schemas.microsoft.com/office/drawing/2014/main" id="{7A0DA4CF-935D-591E-95A0-825E2860BC7C}"/>
              </a:ext>
            </a:extLst>
          </p:cNvPr>
          <p:cNvCxnSpPr>
            <a:stCxn id="110" idx="1"/>
            <a:endCxn id="109" idx="1"/>
          </p:cNvCxnSpPr>
          <p:nvPr/>
        </p:nvCxnSpPr>
        <p:spPr>
          <a:xfrm rot="10800000">
            <a:off x="2232660" y="2072640"/>
            <a:ext cx="12700" cy="1943101"/>
          </a:xfrm>
          <a:prstGeom prst="bentConnector3">
            <a:avLst>
              <a:gd name="adj1" fmla="val 744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3" name="Connector: Elbow 122">
            <a:extLst>
              <a:ext uri="{FF2B5EF4-FFF2-40B4-BE49-F238E27FC236}">
                <a16:creationId xmlns:a16="http://schemas.microsoft.com/office/drawing/2014/main" id="{9E4DCF95-BAC0-E560-4D39-5F26EAB02355}"/>
              </a:ext>
            </a:extLst>
          </p:cNvPr>
          <p:cNvCxnSpPr>
            <a:stCxn id="107" idx="3"/>
            <a:endCxn id="105" idx="3"/>
          </p:cNvCxnSpPr>
          <p:nvPr/>
        </p:nvCxnSpPr>
        <p:spPr>
          <a:xfrm flipV="1">
            <a:off x="9959340" y="2072639"/>
            <a:ext cx="12700" cy="1943101"/>
          </a:xfrm>
          <a:prstGeom prst="bentConnector3">
            <a:avLst>
              <a:gd name="adj1" fmla="val 684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6" name="Connector: Elbow 125">
            <a:extLst>
              <a:ext uri="{FF2B5EF4-FFF2-40B4-BE49-F238E27FC236}">
                <a16:creationId xmlns:a16="http://schemas.microsoft.com/office/drawing/2014/main" id="{2150CE8E-6185-F2D0-8799-892E184E3001}"/>
              </a:ext>
            </a:extLst>
          </p:cNvPr>
          <p:cNvCxnSpPr>
            <a:stCxn id="110" idx="2"/>
            <a:endCxn id="108" idx="0"/>
          </p:cNvCxnSpPr>
          <p:nvPr/>
        </p:nvCxnSpPr>
        <p:spPr>
          <a:xfrm rot="16200000" flipH="1">
            <a:off x="4621530" y="4019549"/>
            <a:ext cx="411480" cy="2247900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8" name="Connector: Elbow 127">
            <a:extLst>
              <a:ext uri="{FF2B5EF4-FFF2-40B4-BE49-F238E27FC236}">
                <a16:creationId xmlns:a16="http://schemas.microsoft.com/office/drawing/2014/main" id="{8C95E6B3-8930-91B1-4021-9CB4F561705F}"/>
              </a:ext>
            </a:extLst>
          </p:cNvPr>
          <p:cNvCxnSpPr>
            <a:stCxn id="107" idx="2"/>
            <a:endCxn id="108" idx="0"/>
          </p:cNvCxnSpPr>
          <p:nvPr/>
        </p:nvCxnSpPr>
        <p:spPr>
          <a:xfrm rot="5400000">
            <a:off x="7014210" y="3874769"/>
            <a:ext cx="411480" cy="2537460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29" name="Rectangle: Rounded Corners 128">
            <a:extLst>
              <a:ext uri="{FF2B5EF4-FFF2-40B4-BE49-F238E27FC236}">
                <a16:creationId xmlns:a16="http://schemas.microsoft.com/office/drawing/2014/main" id="{1D24CF0B-21FE-19B8-B6A2-F1275DCDDE20}"/>
              </a:ext>
            </a:extLst>
          </p:cNvPr>
          <p:cNvSpPr/>
          <p:nvPr/>
        </p:nvSpPr>
        <p:spPr>
          <a:xfrm>
            <a:off x="8488680" y="5661659"/>
            <a:ext cx="1844040" cy="39624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Đăng xuất</a:t>
            </a:r>
          </a:p>
        </p:txBody>
      </p:sp>
      <p:cxnSp>
        <p:nvCxnSpPr>
          <p:cNvPr id="131" name="Straight Arrow Connector 130">
            <a:extLst>
              <a:ext uri="{FF2B5EF4-FFF2-40B4-BE49-F238E27FC236}">
                <a16:creationId xmlns:a16="http://schemas.microsoft.com/office/drawing/2014/main" id="{FEDDF2BB-202E-1627-1825-D8223BED3674}"/>
              </a:ext>
            </a:extLst>
          </p:cNvPr>
          <p:cNvCxnSpPr>
            <a:stCxn id="108" idx="3"/>
            <a:endCxn id="129" idx="1"/>
          </p:cNvCxnSpPr>
          <p:nvPr/>
        </p:nvCxnSpPr>
        <p:spPr>
          <a:xfrm>
            <a:off x="7421880" y="5859779"/>
            <a:ext cx="10668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4" name="Connector: Elbow 133">
            <a:extLst>
              <a:ext uri="{FF2B5EF4-FFF2-40B4-BE49-F238E27FC236}">
                <a16:creationId xmlns:a16="http://schemas.microsoft.com/office/drawing/2014/main" id="{E4E36DCD-EE28-38FC-394B-2D234BE1BEE8}"/>
              </a:ext>
            </a:extLst>
          </p:cNvPr>
          <p:cNvCxnSpPr>
            <a:stCxn id="129" idx="3"/>
            <a:endCxn id="105" idx="3"/>
          </p:cNvCxnSpPr>
          <p:nvPr/>
        </p:nvCxnSpPr>
        <p:spPr>
          <a:xfrm flipH="1" flipV="1">
            <a:off x="9959340" y="2072639"/>
            <a:ext cx="373380" cy="3787140"/>
          </a:xfrm>
          <a:prstGeom prst="bentConnector3">
            <a:avLst>
              <a:gd name="adj1" fmla="val -132653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39" name="TextBox 138">
            <a:extLst>
              <a:ext uri="{FF2B5EF4-FFF2-40B4-BE49-F238E27FC236}">
                <a16:creationId xmlns:a16="http://schemas.microsoft.com/office/drawing/2014/main" id="{F50CF43A-BDB9-AE31-7220-74AF57532A00}"/>
              </a:ext>
            </a:extLst>
          </p:cNvPr>
          <p:cNvSpPr txBox="1"/>
          <p:nvPr/>
        </p:nvSpPr>
        <p:spPr>
          <a:xfrm>
            <a:off x="1455420" y="4015739"/>
            <a:ext cx="79380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>
                <a:latin typeface="Times New Roman" panose="02020603050405020304" pitchFamily="18" charset="0"/>
                <a:cs typeface="Times New Roman" panose="02020603050405020304" pitchFamily="18" charset="0"/>
              </a:rPr>
              <a:t>Không </a:t>
            </a:r>
          </a:p>
          <a:p>
            <a:r>
              <a:rPr lang="en-US" sz="1600">
                <a:latin typeface="Times New Roman" panose="02020603050405020304" pitchFamily="18" charset="0"/>
                <a:cs typeface="Times New Roman" panose="02020603050405020304" pitchFamily="18" charset="0"/>
              </a:rPr>
              <a:t>hợp lệ</a:t>
            </a:r>
          </a:p>
        </p:txBody>
      </p:sp>
      <p:sp>
        <p:nvSpPr>
          <p:cNvPr id="140" name="TextBox 139">
            <a:extLst>
              <a:ext uri="{FF2B5EF4-FFF2-40B4-BE49-F238E27FC236}">
                <a16:creationId xmlns:a16="http://schemas.microsoft.com/office/drawing/2014/main" id="{02E7496E-0415-ED06-196F-D7DFC7BB94E8}"/>
              </a:ext>
            </a:extLst>
          </p:cNvPr>
          <p:cNvSpPr txBox="1"/>
          <p:nvPr/>
        </p:nvSpPr>
        <p:spPr>
          <a:xfrm>
            <a:off x="9905359" y="4015739"/>
            <a:ext cx="79380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>
                <a:latin typeface="Times New Roman" panose="02020603050405020304" pitchFamily="18" charset="0"/>
                <a:cs typeface="Times New Roman" panose="02020603050405020304" pitchFamily="18" charset="0"/>
              </a:rPr>
              <a:t>Không </a:t>
            </a:r>
          </a:p>
          <a:p>
            <a:r>
              <a:rPr lang="en-US" sz="1600">
                <a:latin typeface="Times New Roman" panose="02020603050405020304" pitchFamily="18" charset="0"/>
                <a:cs typeface="Times New Roman" panose="02020603050405020304" pitchFamily="18" charset="0"/>
              </a:rPr>
              <a:t>hợp lệ</a:t>
            </a:r>
          </a:p>
        </p:txBody>
      </p:sp>
      <p:sp>
        <p:nvSpPr>
          <p:cNvPr id="141" name="TextBox 140">
            <a:extLst>
              <a:ext uri="{FF2B5EF4-FFF2-40B4-BE49-F238E27FC236}">
                <a16:creationId xmlns:a16="http://schemas.microsoft.com/office/drawing/2014/main" id="{B69CA317-E04F-AF31-18FE-AA25F6B474D7}"/>
              </a:ext>
            </a:extLst>
          </p:cNvPr>
          <p:cNvSpPr txBox="1"/>
          <p:nvPr/>
        </p:nvSpPr>
        <p:spPr>
          <a:xfrm>
            <a:off x="3703320" y="5143498"/>
            <a:ext cx="76335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>
                <a:latin typeface="Times New Roman" panose="02020603050405020304" pitchFamily="18" charset="0"/>
                <a:cs typeface="Times New Roman" panose="02020603050405020304" pitchFamily="18" charset="0"/>
              </a:rPr>
              <a:t>Hợp lệ</a:t>
            </a:r>
          </a:p>
        </p:txBody>
      </p:sp>
      <p:sp>
        <p:nvSpPr>
          <p:cNvPr id="142" name="TextBox 141">
            <a:extLst>
              <a:ext uri="{FF2B5EF4-FFF2-40B4-BE49-F238E27FC236}">
                <a16:creationId xmlns:a16="http://schemas.microsoft.com/office/drawing/2014/main" id="{94CE0EB5-C05E-0024-9F02-473C547E437C}"/>
              </a:ext>
            </a:extLst>
          </p:cNvPr>
          <p:cNvSpPr txBox="1"/>
          <p:nvPr/>
        </p:nvSpPr>
        <p:spPr>
          <a:xfrm>
            <a:off x="7725329" y="5143498"/>
            <a:ext cx="76335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>
                <a:latin typeface="Times New Roman" panose="02020603050405020304" pitchFamily="18" charset="0"/>
                <a:cs typeface="Times New Roman" panose="02020603050405020304" pitchFamily="18" charset="0"/>
              </a:rPr>
              <a:t>Hợp lệ</a:t>
            </a:r>
          </a:p>
        </p:txBody>
      </p:sp>
      <p:sp>
        <p:nvSpPr>
          <p:cNvPr id="143" name="TextBox 142">
            <a:extLst>
              <a:ext uri="{FF2B5EF4-FFF2-40B4-BE49-F238E27FC236}">
                <a16:creationId xmlns:a16="http://schemas.microsoft.com/office/drawing/2014/main" id="{9849074F-7731-DED0-3CD6-1805CC6925B4}"/>
              </a:ext>
            </a:extLst>
          </p:cNvPr>
          <p:cNvSpPr txBox="1"/>
          <p:nvPr/>
        </p:nvSpPr>
        <p:spPr>
          <a:xfrm>
            <a:off x="7019925" y="263127"/>
            <a:ext cx="6206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(1A)</a:t>
            </a:r>
          </a:p>
        </p:txBody>
      </p:sp>
      <p:sp>
        <p:nvSpPr>
          <p:cNvPr id="144" name="TextBox 143">
            <a:extLst>
              <a:ext uri="{FF2B5EF4-FFF2-40B4-BE49-F238E27FC236}">
                <a16:creationId xmlns:a16="http://schemas.microsoft.com/office/drawing/2014/main" id="{E132DEFE-9AF1-CA61-30F8-2E4ADA112EE1}"/>
              </a:ext>
            </a:extLst>
          </p:cNvPr>
          <p:cNvSpPr txBox="1"/>
          <p:nvPr/>
        </p:nvSpPr>
        <p:spPr>
          <a:xfrm>
            <a:off x="4540171" y="265123"/>
            <a:ext cx="6078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(1B)</a:t>
            </a:r>
          </a:p>
        </p:txBody>
      </p:sp>
      <p:sp>
        <p:nvSpPr>
          <p:cNvPr id="145" name="TextBox 144">
            <a:extLst>
              <a:ext uri="{FF2B5EF4-FFF2-40B4-BE49-F238E27FC236}">
                <a16:creationId xmlns:a16="http://schemas.microsoft.com/office/drawing/2014/main" id="{C980FEC5-67B0-24B6-6B9E-607A16950B1C}"/>
              </a:ext>
            </a:extLst>
          </p:cNvPr>
          <p:cNvSpPr txBox="1"/>
          <p:nvPr/>
        </p:nvSpPr>
        <p:spPr>
          <a:xfrm>
            <a:off x="8488680" y="2577582"/>
            <a:ext cx="6206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(2A)</a:t>
            </a:r>
          </a:p>
        </p:txBody>
      </p:sp>
      <p:sp>
        <p:nvSpPr>
          <p:cNvPr id="150" name="TextBox 149">
            <a:extLst>
              <a:ext uri="{FF2B5EF4-FFF2-40B4-BE49-F238E27FC236}">
                <a16:creationId xmlns:a16="http://schemas.microsoft.com/office/drawing/2014/main" id="{64BBBA42-1BCF-2531-021A-6FAD597D5EF1}"/>
              </a:ext>
            </a:extLst>
          </p:cNvPr>
          <p:cNvSpPr txBox="1"/>
          <p:nvPr/>
        </p:nvSpPr>
        <p:spPr>
          <a:xfrm>
            <a:off x="3690620" y="2577582"/>
            <a:ext cx="6078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(2B)</a:t>
            </a:r>
          </a:p>
        </p:txBody>
      </p:sp>
      <p:sp>
        <p:nvSpPr>
          <p:cNvPr id="151" name="TextBox 150">
            <a:extLst>
              <a:ext uri="{FF2B5EF4-FFF2-40B4-BE49-F238E27FC236}">
                <a16:creationId xmlns:a16="http://schemas.microsoft.com/office/drawing/2014/main" id="{5F7F5BE2-B6B7-CA49-F6DC-41220719D6F8}"/>
              </a:ext>
            </a:extLst>
          </p:cNvPr>
          <p:cNvSpPr txBox="1"/>
          <p:nvPr/>
        </p:nvSpPr>
        <p:spPr>
          <a:xfrm>
            <a:off x="8488679" y="4932848"/>
            <a:ext cx="79380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(3A.1)</a:t>
            </a:r>
          </a:p>
        </p:txBody>
      </p:sp>
      <p:sp>
        <p:nvSpPr>
          <p:cNvPr id="152" name="TextBox 151">
            <a:extLst>
              <a:ext uri="{FF2B5EF4-FFF2-40B4-BE49-F238E27FC236}">
                <a16:creationId xmlns:a16="http://schemas.microsoft.com/office/drawing/2014/main" id="{111FEC82-001B-C9FB-A5CC-07E8230CBD4E}"/>
              </a:ext>
            </a:extLst>
          </p:cNvPr>
          <p:cNvSpPr txBox="1"/>
          <p:nvPr/>
        </p:nvSpPr>
        <p:spPr>
          <a:xfrm>
            <a:off x="2922336" y="4943443"/>
            <a:ext cx="7809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(3B.1)</a:t>
            </a:r>
          </a:p>
        </p:txBody>
      </p:sp>
      <p:sp>
        <p:nvSpPr>
          <p:cNvPr id="153" name="TextBox 152">
            <a:extLst>
              <a:ext uri="{FF2B5EF4-FFF2-40B4-BE49-F238E27FC236}">
                <a16:creationId xmlns:a16="http://schemas.microsoft.com/office/drawing/2014/main" id="{FF903399-78B1-94BC-F3D0-374C05BCC981}"/>
              </a:ext>
            </a:extLst>
          </p:cNvPr>
          <p:cNvSpPr txBox="1"/>
          <p:nvPr/>
        </p:nvSpPr>
        <p:spPr>
          <a:xfrm>
            <a:off x="9959340" y="3643953"/>
            <a:ext cx="79380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(3A.2)</a:t>
            </a:r>
          </a:p>
        </p:txBody>
      </p:sp>
      <p:sp>
        <p:nvSpPr>
          <p:cNvPr id="154" name="TextBox 153">
            <a:extLst>
              <a:ext uri="{FF2B5EF4-FFF2-40B4-BE49-F238E27FC236}">
                <a16:creationId xmlns:a16="http://schemas.microsoft.com/office/drawing/2014/main" id="{293FE729-B807-0B94-217D-F1FF85CF8FF9}"/>
              </a:ext>
            </a:extLst>
          </p:cNvPr>
          <p:cNvSpPr txBox="1"/>
          <p:nvPr/>
        </p:nvSpPr>
        <p:spPr>
          <a:xfrm>
            <a:off x="1451553" y="3640723"/>
            <a:ext cx="7809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(3B.2)</a:t>
            </a:r>
          </a:p>
        </p:txBody>
      </p:sp>
      <p:sp>
        <p:nvSpPr>
          <p:cNvPr id="155" name="TextBox 154">
            <a:extLst>
              <a:ext uri="{FF2B5EF4-FFF2-40B4-BE49-F238E27FC236}">
                <a16:creationId xmlns:a16="http://schemas.microsoft.com/office/drawing/2014/main" id="{09DFDA9A-1BB3-7DA5-59AD-78DC5CD94235}"/>
              </a:ext>
            </a:extLst>
          </p:cNvPr>
          <p:cNvSpPr txBox="1"/>
          <p:nvPr/>
        </p:nvSpPr>
        <p:spPr>
          <a:xfrm>
            <a:off x="7421399" y="5852158"/>
            <a:ext cx="4539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(4)</a:t>
            </a:r>
          </a:p>
        </p:txBody>
      </p:sp>
      <p:sp>
        <p:nvSpPr>
          <p:cNvPr id="156" name="TextBox 155">
            <a:extLst>
              <a:ext uri="{FF2B5EF4-FFF2-40B4-BE49-F238E27FC236}">
                <a16:creationId xmlns:a16="http://schemas.microsoft.com/office/drawing/2014/main" id="{10C1A162-B48F-EF9C-4DC3-E07AFF9084BC}"/>
              </a:ext>
            </a:extLst>
          </p:cNvPr>
          <p:cNvSpPr txBox="1"/>
          <p:nvPr/>
        </p:nvSpPr>
        <p:spPr>
          <a:xfrm>
            <a:off x="10332720" y="5859779"/>
            <a:ext cx="6270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(4.1)</a:t>
            </a:r>
          </a:p>
        </p:txBody>
      </p:sp>
    </p:spTree>
    <p:extLst>
      <p:ext uri="{BB962C8B-B14F-4D97-AF65-F5344CB8AC3E}">
        <p14:creationId xmlns:p14="http://schemas.microsoft.com/office/powerpoint/2010/main" val="339720309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69B0A154-08A4-D97A-0E7A-7396FCA25FE6}"/>
              </a:ext>
            </a:extLst>
          </p:cNvPr>
          <p:cNvGrpSpPr/>
          <p:nvPr/>
        </p:nvGrpSpPr>
        <p:grpSpPr>
          <a:xfrm>
            <a:off x="5509138" y="214652"/>
            <a:ext cx="1173719" cy="1180574"/>
            <a:chOff x="5509139" y="42349"/>
            <a:chExt cx="1173719" cy="1180574"/>
          </a:xfrm>
        </p:grpSpPr>
        <p:pic>
          <p:nvPicPr>
            <p:cNvPr id="3" name="Graphic 2" descr="User with solid fill">
              <a:extLst>
                <a:ext uri="{FF2B5EF4-FFF2-40B4-BE49-F238E27FC236}">
                  <a16:creationId xmlns:a16="http://schemas.microsoft.com/office/drawing/2014/main" id="{1BED0E52-2D63-7666-1151-C989191C073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5594034" y="42349"/>
              <a:ext cx="1003931" cy="1003931"/>
            </a:xfrm>
            <a:prstGeom prst="rect">
              <a:avLst/>
            </a:prstGeom>
          </p:spPr>
        </p:pic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C4BB48F4-6707-24B4-E7C4-AEE772FBD3BE}"/>
                </a:ext>
              </a:extLst>
            </p:cNvPr>
            <p:cNvSpPr txBox="1"/>
            <p:nvPr/>
          </p:nvSpPr>
          <p:spPr>
            <a:xfrm>
              <a:off x="5509139" y="884369"/>
              <a:ext cx="1173719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600">
                  <a:latin typeface="+mj-lt"/>
                </a:rPr>
                <a:t>Người dùng</a:t>
              </a:r>
              <a:endParaRPr lang="en-US" sz="1600">
                <a:latin typeface="+mj-lt"/>
              </a:endParaRPr>
            </a:p>
          </p:txBody>
        </p:sp>
      </p:grp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8E8A3DB1-B542-BF43-4249-6A673A081C01}"/>
              </a:ext>
            </a:extLst>
          </p:cNvPr>
          <p:cNvSpPr/>
          <p:nvPr/>
        </p:nvSpPr>
        <p:spPr>
          <a:xfrm>
            <a:off x="4397828" y="1712259"/>
            <a:ext cx="3396343" cy="442686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Giao diện chat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6BA552BB-F47C-5233-E510-733187E9BC67}"/>
              </a:ext>
            </a:extLst>
          </p:cNvPr>
          <p:cNvSpPr/>
          <p:nvPr/>
        </p:nvSpPr>
        <p:spPr>
          <a:xfrm>
            <a:off x="4397824" y="2861833"/>
            <a:ext cx="3396343" cy="442686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Mở giao diện cài đặt tùy chọn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54FC52ED-D325-D40F-15FE-AB3D4B713DAF}"/>
              </a:ext>
            </a:extLst>
          </p:cNvPr>
          <p:cNvSpPr/>
          <p:nvPr/>
        </p:nvSpPr>
        <p:spPr>
          <a:xfrm>
            <a:off x="7794164" y="4226782"/>
            <a:ext cx="1944912" cy="918959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Điều chỉnh temperature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9182A22E-530B-15D3-3773-9A83D3C878C2}"/>
              </a:ext>
            </a:extLst>
          </p:cNvPr>
          <p:cNvSpPr/>
          <p:nvPr/>
        </p:nvSpPr>
        <p:spPr>
          <a:xfrm>
            <a:off x="4397825" y="5666887"/>
            <a:ext cx="3396343" cy="442686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Lưu và áp dụng tùy chọn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CF3E6DEE-2F74-0B2C-64BA-F5B24461CD3A}"/>
              </a:ext>
            </a:extLst>
          </p:cNvPr>
          <p:cNvSpPr/>
          <p:nvPr/>
        </p:nvSpPr>
        <p:spPr>
          <a:xfrm>
            <a:off x="5123539" y="4226783"/>
            <a:ext cx="1944911" cy="918958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Lựa chọn LLM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939A4245-B633-7D02-D20B-44DFD81F966C}"/>
              </a:ext>
            </a:extLst>
          </p:cNvPr>
          <p:cNvSpPr/>
          <p:nvPr/>
        </p:nvSpPr>
        <p:spPr>
          <a:xfrm>
            <a:off x="2452912" y="4226783"/>
            <a:ext cx="1944911" cy="918958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Bật/tắt streaming</a:t>
            </a:r>
          </a:p>
        </p:txBody>
      </p:sp>
      <p:cxnSp>
        <p:nvCxnSpPr>
          <p:cNvPr id="16" name="Connector: Elbow 15">
            <a:extLst>
              <a:ext uri="{FF2B5EF4-FFF2-40B4-BE49-F238E27FC236}">
                <a16:creationId xmlns:a16="http://schemas.microsoft.com/office/drawing/2014/main" id="{164EA925-73AB-D4A3-72F9-B0E067CA613A}"/>
              </a:ext>
            </a:extLst>
          </p:cNvPr>
          <p:cNvCxnSpPr>
            <a:stCxn id="7" idx="2"/>
            <a:endCxn id="14" idx="0"/>
          </p:cNvCxnSpPr>
          <p:nvPr/>
        </p:nvCxnSpPr>
        <p:spPr>
          <a:xfrm rot="5400000">
            <a:off x="4299550" y="2430337"/>
            <a:ext cx="922264" cy="2670628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0" name="Connector: Elbow 19">
            <a:extLst>
              <a:ext uri="{FF2B5EF4-FFF2-40B4-BE49-F238E27FC236}">
                <a16:creationId xmlns:a16="http://schemas.microsoft.com/office/drawing/2014/main" id="{9AFC90FF-2B9B-28B4-B00A-E620B71E8A73}"/>
              </a:ext>
            </a:extLst>
          </p:cNvPr>
          <p:cNvCxnSpPr>
            <a:stCxn id="7" idx="2"/>
            <a:endCxn id="10" idx="0"/>
          </p:cNvCxnSpPr>
          <p:nvPr/>
        </p:nvCxnSpPr>
        <p:spPr>
          <a:xfrm rot="16200000" flipH="1">
            <a:off x="6970177" y="2430338"/>
            <a:ext cx="922263" cy="2670624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FE6D100E-8941-743C-29D6-0C71A5315607}"/>
              </a:ext>
            </a:extLst>
          </p:cNvPr>
          <p:cNvCxnSpPr>
            <a:stCxn id="7" idx="2"/>
            <a:endCxn id="13" idx="0"/>
          </p:cNvCxnSpPr>
          <p:nvPr/>
        </p:nvCxnSpPr>
        <p:spPr>
          <a:xfrm flipH="1">
            <a:off x="6095995" y="3304519"/>
            <a:ext cx="1" cy="92226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4" name="Connector: Elbow 23">
            <a:extLst>
              <a:ext uri="{FF2B5EF4-FFF2-40B4-BE49-F238E27FC236}">
                <a16:creationId xmlns:a16="http://schemas.microsoft.com/office/drawing/2014/main" id="{F9C580E9-8E79-1E8F-AB63-09D4FD405977}"/>
              </a:ext>
            </a:extLst>
          </p:cNvPr>
          <p:cNvCxnSpPr>
            <a:stCxn id="14" idx="2"/>
            <a:endCxn id="11" idx="0"/>
          </p:cNvCxnSpPr>
          <p:nvPr/>
        </p:nvCxnSpPr>
        <p:spPr>
          <a:xfrm rot="16200000" flipH="1">
            <a:off x="4500109" y="4070999"/>
            <a:ext cx="521146" cy="2670629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6" name="Connector: Elbow 25">
            <a:extLst>
              <a:ext uri="{FF2B5EF4-FFF2-40B4-BE49-F238E27FC236}">
                <a16:creationId xmlns:a16="http://schemas.microsoft.com/office/drawing/2014/main" id="{1C89D13F-0BBE-DCF1-45CA-92E7A51B7144}"/>
              </a:ext>
            </a:extLst>
          </p:cNvPr>
          <p:cNvCxnSpPr>
            <a:stCxn id="10" idx="2"/>
            <a:endCxn id="11" idx="0"/>
          </p:cNvCxnSpPr>
          <p:nvPr/>
        </p:nvCxnSpPr>
        <p:spPr>
          <a:xfrm rot="5400000">
            <a:off x="7170736" y="4071003"/>
            <a:ext cx="521146" cy="2670623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FB6D00F6-A407-C787-2346-1AA42382CD26}"/>
              </a:ext>
            </a:extLst>
          </p:cNvPr>
          <p:cNvCxnSpPr>
            <a:stCxn id="13" idx="2"/>
            <a:endCxn id="11" idx="0"/>
          </p:cNvCxnSpPr>
          <p:nvPr/>
        </p:nvCxnSpPr>
        <p:spPr>
          <a:xfrm>
            <a:off x="6095995" y="5145741"/>
            <a:ext cx="2" cy="52114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0" name="Straight Connector 59">
            <a:extLst>
              <a:ext uri="{FF2B5EF4-FFF2-40B4-BE49-F238E27FC236}">
                <a16:creationId xmlns:a16="http://schemas.microsoft.com/office/drawing/2014/main" id="{C98A81B2-15C8-2E73-697D-69BC47E647F4}"/>
              </a:ext>
            </a:extLst>
          </p:cNvPr>
          <p:cNvCxnSpPr>
            <a:stCxn id="11" idx="3"/>
          </p:cNvCxnSpPr>
          <p:nvPr/>
        </p:nvCxnSpPr>
        <p:spPr>
          <a:xfrm>
            <a:off x="7794168" y="5888230"/>
            <a:ext cx="2353132" cy="457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2" name="Straight Connector 61">
            <a:extLst>
              <a:ext uri="{FF2B5EF4-FFF2-40B4-BE49-F238E27FC236}">
                <a16:creationId xmlns:a16="http://schemas.microsoft.com/office/drawing/2014/main" id="{72E10347-06D2-B46A-6CF3-94D7E3ABF76C}"/>
              </a:ext>
            </a:extLst>
          </p:cNvPr>
          <p:cNvCxnSpPr>
            <a:cxnSpLocks/>
          </p:cNvCxnSpPr>
          <p:nvPr/>
        </p:nvCxnSpPr>
        <p:spPr>
          <a:xfrm flipV="1">
            <a:off x="10160000" y="1943100"/>
            <a:ext cx="0" cy="394970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4" name="Straight Arrow Connector 63">
            <a:extLst>
              <a:ext uri="{FF2B5EF4-FFF2-40B4-BE49-F238E27FC236}">
                <a16:creationId xmlns:a16="http://schemas.microsoft.com/office/drawing/2014/main" id="{DA842740-3219-9EF7-D5E9-592606E6A6CE}"/>
              </a:ext>
            </a:extLst>
          </p:cNvPr>
          <p:cNvCxnSpPr>
            <a:cxnSpLocks/>
            <a:endCxn id="5" idx="3"/>
          </p:cNvCxnSpPr>
          <p:nvPr/>
        </p:nvCxnSpPr>
        <p:spPr>
          <a:xfrm flipH="1" flipV="1">
            <a:off x="7794171" y="1933602"/>
            <a:ext cx="2365829" cy="949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8" name="Straight Arrow Connector 67">
            <a:extLst>
              <a:ext uri="{FF2B5EF4-FFF2-40B4-BE49-F238E27FC236}">
                <a16:creationId xmlns:a16="http://schemas.microsoft.com/office/drawing/2014/main" id="{2D61EA22-C9A4-D74D-0276-BA2D71358CFF}"/>
              </a:ext>
            </a:extLst>
          </p:cNvPr>
          <p:cNvCxnSpPr>
            <a:stCxn id="4" idx="2"/>
            <a:endCxn id="5" idx="0"/>
          </p:cNvCxnSpPr>
          <p:nvPr/>
        </p:nvCxnSpPr>
        <p:spPr>
          <a:xfrm>
            <a:off x="6095998" y="1395226"/>
            <a:ext cx="2" cy="31703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E5B654EA-E6A5-4BF9-FE8B-3AECDD898393}"/>
              </a:ext>
            </a:extLst>
          </p:cNvPr>
          <p:cNvCxnSpPr>
            <a:stCxn id="5" idx="2"/>
            <a:endCxn id="7" idx="0"/>
          </p:cNvCxnSpPr>
          <p:nvPr/>
        </p:nvCxnSpPr>
        <p:spPr>
          <a:xfrm flipH="1">
            <a:off x="6095996" y="2154945"/>
            <a:ext cx="4" cy="70688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4996031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>
            <a:extLst>
              <a:ext uri="{FF2B5EF4-FFF2-40B4-BE49-F238E27FC236}">
                <a16:creationId xmlns:a16="http://schemas.microsoft.com/office/drawing/2014/main" id="{77CED487-EC9D-C1F7-B17E-3A44C10E3D8E}"/>
              </a:ext>
            </a:extLst>
          </p:cNvPr>
          <p:cNvSpPr/>
          <p:nvPr/>
        </p:nvSpPr>
        <p:spPr>
          <a:xfrm>
            <a:off x="994227" y="557529"/>
            <a:ext cx="1844040" cy="838200"/>
          </a:xfrm>
          <a:prstGeom prst="ellipse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Bắt đầu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1AB19B60-C3F6-5444-5F43-179014C1CCC8}"/>
              </a:ext>
            </a:extLst>
          </p:cNvPr>
          <p:cNvSpPr/>
          <p:nvPr/>
        </p:nvSpPr>
        <p:spPr>
          <a:xfrm>
            <a:off x="4666339" y="558072"/>
            <a:ext cx="2859315" cy="837657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Người dùng lựa chọn các</a:t>
            </a:r>
          </a:p>
          <a:p>
            <a:pPr algn="ctr"/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cài đặt tùy chọn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66666381-152F-F2B7-0F1D-ABE9AA69BF20}"/>
              </a:ext>
            </a:extLst>
          </p:cNvPr>
          <p:cNvSpPr/>
          <p:nvPr/>
        </p:nvSpPr>
        <p:spPr>
          <a:xfrm>
            <a:off x="4666339" y="2443279"/>
            <a:ext cx="2859315" cy="837657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Chọn sử dụng streaming khi</a:t>
            </a:r>
          </a:p>
          <a:p>
            <a:pPr algn="ctr"/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sinh phản hồi hay không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B3ED9545-85A4-EC52-6D48-EA294F061EEC}"/>
              </a:ext>
            </a:extLst>
          </p:cNvPr>
          <p:cNvSpPr/>
          <p:nvPr/>
        </p:nvSpPr>
        <p:spPr>
          <a:xfrm>
            <a:off x="994227" y="2443278"/>
            <a:ext cx="2859315" cy="837657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Lựa chọn mô hình LLM</a:t>
            </a:r>
          </a:p>
          <a:p>
            <a:pPr algn="ctr"/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sẽ sinh phản hồi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BDF037F5-B213-F186-DA20-182B7F151232}"/>
              </a:ext>
            </a:extLst>
          </p:cNvPr>
          <p:cNvSpPr/>
          <p:nvPr/>
        </p:nvSpPr>
        <p:spPr>
          <a:xfrm>
            <a:off x="8338451" y="2423613"/>
            <a:ext cx="2859315" cy="857320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Lựa chọn độ “thân thiện”</a:t>
            </a:r>
          </a:p>
          <a:p>
            <a:pPr algn="ctr"/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của phản hồi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1C4C8401-2614-0C9B-8301-5C8989FEA059}"/>
              </a:ext>
            </a:extLst>
          </p:cNvPr>
          <p:cNvSpPr/>
          <p:nvPr/>
        </p:nvSpPr>
        <p:spPr>
          <a:xfrm>
            <a:off x="4666339" y="3915940"/>
            <a:ext cx="2859315" cy="837657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Áp dụng cài đặt tùy chọn cho phản hồi tiếp theo</a:t>
            </a: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5DAC9F1C-A7FA-6017-347A-E665382BDD60}"/>
              </a:ext>
            </a:extLst>
          </p:cNvPr>
          <p:cNvSpPr/>
          <p:nvPr/>
        </p:nvSpPr>
        <p:spPr>
          <a:xfrm>
            <a:off x="5173976" y="5388601"/>
            <a:ext cx="1844040" cy="838200"/>
          </a:xfrm>
          <a:prstGeom prst="ellipse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Kết thúc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CF3AABFA-E81C-3DA9-3929-6C4D726031DA}"/>
              </a:ext>
            </a:extLst>
          </p:cNvPr>
          <p:cNvCxnSpPr>
            <a:stCxn id="2" idx="6"/>
            <a:endCxn id="3" idx="1"/>
          </p:cNvCxnSpPr>
          <p:nvPr/>
        </p:nvCxnSpPr>
        <p:spPr>
          <a:xfrm>
            <a:off x="2838267" y="976629"/>
            <a:ext cx="1828072" cy="27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" name="Connector: Elbow 12">
            <a:extLst>
              <a:ext uri="{FF2B5EF4-FFF2-40B4-BE49-F238E27FC236}">
                <a16:creationId xmlns:a16="http://schemas.microsoft.com/office/drawing/2014/main" id="{D34FF8B5-C2AD-CECE-E769-23CF3686B352}"/>
              </a:ext>
            </a:extLst>
          </p:cNvPr>
          <p:cNvCxnSpPr>
            <a:stCxn id="3" idx="2"/>
            <a:endCxn id="6" idx="0"/>
          </p:cNvCxnSpPr>
          <p:nvPr/>
        </p:nvCxnSpPr>
        <p:spPr>
          <a:xfrm rot="5400000">
            <a:off x="3736167" y="83447"/>
            <a:ext cx="1047549" cy="3672112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" name="Connector: Elbow 14">
            <a:extLst>
              <a:ext uri="{FF2B5EF4-FFF2-40B4-BE49-F238E27FC236}">
                <a16:creationId xmlns:a16="http://schemas.microsoft.com/office/drawing/2014/main" id="{F1D76289-375D-3C3C-77EB-EDBE077429A1}"/>
              </a:ext>
            </a:extLst>
          </p:cNvPr>
          <p:cNvCxnSpPr>
            <a:cxnSpLocks/>
            <a:stCxn id="3" idx="2"/>
            <a:endCxn id="7" idx="0"/>
          </p:cNvCxnSpPr>
          <p:nvPr/>
        </p:nvCxnSpPr>
        <p:spPr>
          <a:xfrm rot="16200000" flipH="1">
            <a:off x="7418111" y="73615"/>
            <a:ext cx="1027884" cy="3672112"/>
          </a:xfrm>
          <a:prstGeom prst="bentConnector3">
            <a:avLst>
              <a:gd name="adj1" fmla="val 50927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ECD5ABF1-E50E-E16D-84CD-C5C8E41F8327}"/>
              </a:ext>
            </a:extLst>
          </p:cNvPr>
          <p:cNvCxnSpPr>
            <a:stCxn id="3" idx="2"/>
            <a:endCxn id="5" idx="0"/>
          </p:cNvCxnSpPr>
          <p:nvPr/>
        </p:nvCxnSpPr>
        <p:spPr>
          <a:xfrm>
            <a:off x="6095997" y="1395729"/>
            <a:ext cx="0" cy="104755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0" name="Connector: Elbow 19">
            <a:extLst>
              <a:ext uri="{FF2B5EF4-FFF2-40B4-BE49-F238E27FC236}">
                <a16:creationId xmlns:a16="http://schemas.microsoft.com/office/drawing/2014/main" id="{CA280FE3-81C5-D2CD-D963-293BB29A7BCC}"/>
              </a:ext>
            </a:extLst>
          </p:cNvPr>
          <p:cNvCxnSpPr>
            <a:stCxn id="6" idx="2"/>
            <a:endCxn id="8" idx="0"/>
          </p:cNvCxnSpPr>
          <p:nvPr/>
        </p:nvCxnSpPr>
        <p:spPr>
          <a:xfrm rot="16200000" flipH="1">
            <a:off x="3942439" y="1762381"/>
            <a:ext cx="635005" cy="3672112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" name="Connector: Elbow 21">
            <a:extLst>
              <a:ext uri="{FF2B5EF4-FFF2-40B4-BE49-F238E27FC236}">
                <a16:creationId xmlns:a16="http://schemas.microsoft.com/office/drawing/2014/main" id="{BABF387F-162D-4BDA-2E13-4D97F788CD90}"/>
              </a:ext>
            </a:extLst>
          </p:cNvPr>
          <p:cNvCxnSpPr>
            <a:cxnSpLocks/>
            <a:stCxn id="7" idx="2"/>
            <a:endCxn id="8" idx="0"/>
          </p:cNvCxnSpPr>
          <p:nvPr/>
        </p:nvCxnSpPr>
        <p:spPr>
          <a:xfrm rot="5400000">
            <a:off x="7614550" y="1762380"/>
            <a:ext cx="635007" cy="3672112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E057C5D9-2615-466F-FFDA-7EDB739064CD}"/>
              </a:ext>
            </a:extLst>
          </p:cNvPr>
          <p:cNvCxnSpPr>
            <a:stCxn id="5" idx="2"/>
            <a:endCxn id="8" idx="0"/>
          </p:cNvCxnSpPr>
          <p:nvPr/>
        </p:nvCxnSpPr>
        <p:spPr>
          <a:xfrm>
            <a:off x="6095997" y="3280936"/>
            <a:ext cx="0" cy="63500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FB67C2E8-511F-C48F-A441-8704CF1CC29D}"/>
              </a:ext>
            </a:extLst>
          </p:cNvPr>
          <p:cNvCxnSpPr>
            <a:stCxn id="8" idx="2"/>
            <a:endCxn id="9" idx="0"/>
          </p:cNvCxnSpPr>
          <p:nvPr/>
        </p:nvCxnSpPr>
        <p:spPr>
          <a:xfrm flipH="1">
            <a:off x="6095996" y="4753597"/>
            <a:ext cx="1" cy="63500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1FABBE4D-112E-E0DF-8FF5-CDA539404E35}"/>
              </a:ext>
            </a:extLst>
          </p:cNvPr>
          <p:cNvSpPr txBox="1"/>
          <p:nvPr/>
        </p:nvSpPr>
        <p:spPr>
          <a:xfrm>
            <a:off x="2838267" y="638346"/>
            <a:ext cx="42511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>
                <a:latin typeface="Times New Roman" panose="02020603050405020304" pitchFamily="18" charset="0"/>
                <a:cs typeface="Times New Roman" panose="02020603050405020304" pitchFamily="18" charset="0"/>
              </a:rPr>
              <a:t>(1)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79ECD4CE-CEAB-C0B3-C070-A2A55C7F7C71}"/>
              </a:ext>
            </a:extLst>
          </p:cNvPr>
          <p:cNvSpPr txBox="1"/>
          <p:nvPr/>
        </p:nvSpPr>
        <p:spPr>
          <a:xfrm>
            <a:off x="6095996" y="1401840"/>
            <a:ext cx="42511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>
                <a:latin typeface="Times New Roman" panose="02020603050405020304" pitchFamily="18" charset="0"/>
                <a:cs typeface="Times New Roman" panose="02020603050405020304" pitchFamily="18" charset="0"/>
              </a:rPr>
              <a:t>(2)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CD5A52F6-029F-BA1C-5F6F-5AB5C809D3D9}"/>
              </a:ext>
            </a:extLst>
          </p:cNvPr>
          <p:cNvSpPr txBox="1"/>
          <p:nvPr/>
        </p:nvSpPr>
        <p:spPr>
          <a:xfrm>
            <a:off x="2423884" y="3280933"/>
            <a:ext cx="57259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>
                <a:latin typeface="Times New Roman" panose="02020603050405020304" pitchFamily="18" charset="0"/>
                <a:cs typeface="Times New Roman" panose="02020603050405020304" pitchFamily="18" charset="0"/>
              </a:rPr>
              <a:t>(2A)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ACA3D5B3-750A-CA8E-24C0-FDAAC4C85725}"/>
              </a:ext>
            </a:extLst>
          </p:cNvPr>
          <p:cNvSpPr txBox="1"/>
          <p:nvPr/>
        </p:nvSpPr>
        <p:spPr>
          <a:xfrm>
            <a:off x="6095996" y="3283106"/>
            <a:ext cx="56137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>
                <a:latin typeface="Times New Roman" panose="02020603050405020304" pitchFamily="18" charset="0"/>
                <a:cs typeface="Times New Roman" panose="02020603050405020304" pitchFamily="18" charset="0"/>
              </a:rPr>
              <a:t>(2B)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CF50E784-DD4C-9D6F-2266-5CA7C6AD71CE}"/>
              </a:ext>
            </a:extLst>
          </p:cNvPr>
          <p:cNvSpPr txBox="1"/>
          <p:nvPr/>
        </p:nvSpPr>
        <p:spPr>
          <a:xfrm>
            <a:off x="9768108" y="3294788"/>
            <a:ext cx="56137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>
                <a:latin typeface="Times New Roman" panose="02020603050405020304" pitchFamily="18" charset="0"/>
                <a:cs typeface="Times New Roman" panose="02020603050405020304" pitchFamily="18" charset="0"/>
              </a:rPr>
              <a:t>(2C)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567604A8-1CCF-4A8E-C09D-5110B5DF2965}"/>
              </a:ext>
            </a:extLst>
          </p:cNvPr>
          <p:cNvSpPr txBox="1"/>
          <p:nvPr/>
        </p:nvSpPr>
        <p:spPr>
          <a:xfrm>
            <a:off x="6095996" y="4753593"/>
            <a:ext cx="42511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>
                <a:latin typeface="Times New Roman" panose="02020603050405020304" pitchFamily="18" charset="0"/>
                <a:cs typeface="Times New Roman" panose="02020603050405020304" pitchFamily="18" charset="0"/>
              </a:rPr>
              <a:t>(3)</a:t>
            </a:r>
          </a:p>
        </p:txBody>
      </p:sp>
    </p:spTree>
    <p:extLst>
      <p:ext uri="{BB962C8B-B14F-4D97-AF65-F5344CB8AC3E}">
        <p14:creationId xmlns:p14="http://schemas.microsoft.com/office/powerpoint/2010/main" val="165347013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BA26FC92-E264-53EC-B41F-B020459C6AFD}"/>
              </a:ext>
            </a:extLst>
          </p:cNvPr>
          <p:cNvGrpSpPr/>
          <p:nvPr/>
        </p:nvGrpSpPr>
        <p:grpSpPr>
          <a:xfrm>
            <a:off x="1752601" y="371194"/>
            <a:ext cx="1421219" cy="1494544"/>
            <a:chOff x="5261639" y="42349"/>
            <a:chExt cx="1421219" cy="1118399"/>
          </a:xfrm>
        </p:grpSpPr>
        <p:pic>
          <p:nvPicPr>
            <p:cNvPr id="3" name="Graphic 2" descr="User with solid fill">
              <a:extLst>
                <a:ext uri="{FF2B5EF4-FFF2-40B4-BE49-F238E27FC236}">
                  <a16:creationId xmlns:a16="http://schemas.microsoft.com/office/drawing/2014/main" id="{6227E11A-6C13-C5C2-0E9C-B6CF77C4984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5333030" y="42349"/>
              <a:ext cx="1264935" cy="1003931"/>
            </a:xfrm>
            <a:prstGeom prst="rect">
              <a:avLst/>
            </a:prstGeom>
          </p:spPr>
        </p:pic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281E2644-219A-3372-C0D4-6AB8E98EBC8D}"/>
                </a:ext>
              </a:extLst>
            </p:cNvPr>
            <p:cNvSpPr txBox="1"/>
            <p:nvPr/>
          </p:nvSpPr>
          <p:spPr>
            <a:xfrm>
              <a:off x="5261639" y="884369"/>
              <a:ext cx="1421219" cy="27637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vi-VN">
                  <a:latin typeface="+mj-lt"/>
                </a:rPr>
                <a:t>Người dùng</a:t>
              </a:r>
              <a:endParaRPr lang="en-US">
                <a:latin typeface="+mj-lt"/>
              </a:endParaRPr>
            </a:p>
          </p:txBody>
        </p:sp>
      </p:grp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C02A6875-8B26-6719-649E-8D23ABB40979}"/>
              </a:ext>
            </a:extLst>
          </p:cNvPr>
          <p:cNvSpPr/>
          <p:nvPr/>
        </p:nvSpPr>
        <p:spPr>
          <a:xfrm>
            <a:off x="4746171" y="801980"/>
            <a:ext cx="2699657" cy="757188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Khởi tạo phiên chat mới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48AD5708-5B0D-6B71-D491-BB4563F76B77}"/>
              </a:ext>
            </a:extLst>
          </p:cNvPr>
          <p:cNvSpPr/>
          <p:nvPr/>
        </p:nvSpPr>
        <p:spPr>
          <a:xfrm>
            <a:off x="4746171" y="4348212"/>
            <a:ext cx="2699657" cy="757188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LLM tạo ra phản hồi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714BA9D8-F05D-99AB-ADBF-C508B94C5280}"/>
              </a:ext>
            </a:extLst>
          </p:cNvPr>
          <p:cNvSpPr/>
          <p:nvPr/>
        </p:nvSpPr>
        <p:spPr>
          <a:xfrm>
            <a:off x="4746171" y="3050406"/>
            <a:ext cx="2699657" cy="757188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Hệ thống gửi prompt sinh starter đến LLM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871BA363-D13A-2EC7-ED5F-D8CD06623CEB}"/>
              </a:ext>
            </a:extLst>
          </p:cNvPr>
          <p:cNvSpPr/>
          <p:nvPr/>
        </p:nvSpPr>
        <p:spPr>
          <a:xfrm>
            <a:off x="8092196" y="4348212"/>
            <a:ext cx="2699657" cy="757188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Hệ thống trích xuất starter và hiển thị lên UI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ABE263FE-907E-EB4B-3DDA-32BA1B1C9D19}"/>
              </a:ext>
            </a:extLst>
          </p:cNvPr>
          <p:cNvSpPr/>
          <p:nvPr/>
        </p:nvSpPr>
        <p:spPr>
          <a:xfrm>
            <a:off x="8092195" y="801980"/>
            <a:ext cx="2699657" cy="757188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Giao diện </a:t>
            </a:r>
          </a:p>
          <a:p>
            <a:pPr algn="ctr"/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phiên chat mới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CAE2D89A-200B-05DC-785D-E8B9B21DF33B}"/>
              </a:ext>
            </a:extLst>
          </p:cNvPr>
          <p:cNvCxnSpPr>
            <a:cxnSpLocks/>
            <a:endCxn id="5" idx="1"/>
          </p:cNvCxnSpPr>
          <p:nvPr/>
        </p:nvCxnSpPr>
        <p:spPr>
          <a:xfrm>
            <a:off x="3173820" y="1180574"/>
            <a:ext cx="1572351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AB13899F-BF5F-BA78-D86E-38875B076885}"/>
              </a:ext>
            </a:extLst>
          </p:cNvPr>
          <p:cNvCxnSpPr>
            <a:cxnSpLocks/>
            <a:stCxn id="5" idx="3"/>
            <a:endCxn id="11" idx="1"/>
          </p:cNvCxnSpPr>
          <p:nvPr/>
        </p:nvCxnSpPr>
        <p:spPr>
          <a:xfrm>
            <a:off x="7445828" y="1180574"/>
            <a:ext cx="646367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5CA331EC-E1AF-4E0F-1040-6D6D29AE23B7}"/>
              </a:ext>
            </a:extLst>
          </p:cNvPr>
          <p:cNvCxnSpPr>
            <a:cxnSpLocks/>
            <a:stCxn id="5" idx="2"/>
            <a:endCxn id="9" idx="0"/>
          </p:cNvCxnSpPr>
          <p:nvPr/>
        </p:nvCxnSpPr>
        <p:spPr>
          <a:xfrm>
            <a:off x="6096000" y="1559168"/>
            <a:ext cx="0" cy="1491238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B3D65895-F305-82CC-EFC8-B409193E9512}"/>
              </a:ext>
            </a:extLst>
          </p:cNvPr>
          <p:cNvCxnSpPr>
            <a:cxnSpLocks/>
            <a:stCxn id="9" idx="2"/>
            <a:endCxn id="8" idx="0"/>
          </p:cNvCxnSpPr>
          <p:nvPr/>
        </p:nvCxnSpPr>
        <p:spPr>
          <a:xfrm>
            <a:off x="6096000" y="3807594"/>
            <a:ext cx="0" cy="54061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860B4A27-DA68-90AD-539C-2401F00B409A}"/>
              </a:ext>
            </a:extLst>
          </p:cNvPr>
          <p:cNvCxnSpPr>
            <a:cxnSpLocks/>
            <a:stCxn id="8" idx="3"/>
          </p:cNvCxnSpPr>
          <p:nvPr/>
        </p:nvCxnSpPr>
        <p:spPr>
          <a:xfrm>
            <a:off x="7445828" y="4726806"/>
            <a:ext cx="646367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2A91FC9D-D248-3668-08F2-D60156BA8348}"/>
              </a:ext>
            </a:extLst>
          </p:cNvPr>
          <p:cNvCxnSpPr>
            <a:cxnSpLocks/>
            <a:stCxn id="10" idx="0"/>
            <a:endCxn id="11" idx="2"/>
          </p:cNvCxnSpPr>
          <p:nvPr/>
        </p:nvCxnSpPr>
        <p:spPr>
          <a:xfrm flipH="1" flipV="1">
            <a:off x="9442024" y="1559168"/>
            <a:ext cx="1" cy="278904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D9A363C5-D977-5F96-A02D-BEE715205650}"/>
              </a:ext>
            </a:extLst>
          </p:cNvPr>
          <p:cNvSpPr txBox="1"/>
          <p:nvPr/>
        </p:nvSpPr>
        <p:spPr>
          <a:xfrm>
            <a:off x="6077253" y="1805287"/>
            <a:ext cx="8851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tự động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7FABDC62-3A1B-4362-CCC3-8068E09224C4}"/>
              </a:ext>
            </a:extLst>
          </p:cNvPr>
          <p:cNvSpPr/>
          <p:nvPr/>
        </p:nvSpPr>
        <p:spPr>
          <a:xfrm>
            <a:off x="4286673" y="2296415"/>
            <a:ext cx="6964675" cy="3322317"/>
          </a:xfrm>
          <a:prstGeom prst="rect">
            <a:avLst/>
          </a:prstGeom>
          <a:noFill/>
          <a:ln>
            <a:solidFill>
              <a:srgbClr val="FF0000"/>
            </a:solidFill>
            <a:prstDash val="dash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>
              <a:ln>
                <a:solidFill>
                  <a:schemeClr val="tx1"/>
                </a:solidFill>
              </a:ln>
              <a:solidFill>
                <a:schemeClr val="bg1"/>
              </a:solidFill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406973707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Oval 10">
            <a:extLst>
              <a:ext uri="{FF2B5EF4-FFF2-40B4-BE49-F238E27FC236}">
                <a16:creationId xmlns:a16="http://schemas.microsoft.com/office/drawing/2014/main" id="{4FDEA4F1-B0BB-A117-78D7-3E085C6A7636}"/>
              </a:ext>
            </a:extLst>
          </p:cNvPr>
          <p:cNvSpPr/>
          <p:nvPr/>
        </p:nvSpPr>
        <p:spPr>
          <a:xfrm>
            <a:off x="5185195" y="631196"/>
            <a:ext cx="1844040" cy="1197601"/>
          </a:xfrm>
          <a:prstGeom prst="ellipse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Bắt đầu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09B7C0BC-2D74-53AB-D09E-8386636DD11C}"/>
              </a:ext>
            </a:extLst>
          </p:cNvPr>
          <p:cNvSpPr/>
          <p:nvPr/>
        </p:nvSpPr>
        <p:spPr>
          <a:xfrm>
            <a:off x="5173976" y="5029201"/>
            <a:ext cx="1844040" cy="1197833"/>
          </a:xfrm>
          <a:prstGeom prst="ellipse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Kết thúc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C8AE0F51-58AB-1B4C-3FEC-B33476038955}"/>
              </a:ext>
            </a:extLst>
          </p:cNvPr>
          <p:cNvSpPr/>
          <p:nvPr/>
        </p:nvSpPr>
        <p:spPr>
          <a:xfrm>
            <a:off x="4666338" y="2830471"/>
            <a:ext cx="2859315" cy="1197057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LLM sinh phản hồi chứa starter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D317227E-AAC0-E24C-93CA-008C19A5D14D}"/>
              </a:ext>
            </a:extLst>
          </p:cNvPr>
          <p:cNvSpPr/>
          <p:nvPr/>
        </p:nvSpPr>
        <p:spPr>
          <a:xfrm>
            <a:off x="8487556" y="631740"/>
            <a:ext cx="2859315" cy="1197057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Người dùng khởi tạo phiên chat mới</a:t>
            </a: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0123D8A0-33A1-E454-06A7-B3436998946D}"/>
              </a:ext>
            </a:extLst>
          </p:cNvPr>
          <p:cNvSpPr/>
          <p:nvPr/>
        </p:nvSpPr>
        <p:spPr>
          <a:xfrm>
            <a:off x="856339" y="5029201"/>
            <a:ext cx="2859315" cy="1197057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Hiển thị starter</a:t>
            </a:r>
          </a:p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lên UI</a:t>
            </a: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9F90AE46-2703-BD7D-807A-4F92311748D9}"/>
              </a:ext>
            </a:extLst>
          </p:cNvPr>
          <p:cNvCxnSpPr>
            <a:stCxn id="11" idx="6"/>
            <a:endCxn id="15" idx="1"/>
          </p:cNvCxnSpPr>
          <p:nvPr/>
        </p:nvCxnSpPr>
        <p:spPr>
          <a:xfrm>
            <a:off x="7029235" y="1229997"/>
            <a:ext cx="1458321" cy="27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8C172BC6-0DED-D41B-8E59-DB9AA2B582A4}"/>
              </a:ext>
            </a:extLst>
          </p:cNvPr>
          <p:cNvCxnSpPr>
            <a:cxnSpLocks/>
            <a:stCxn id="15" idx="2"/>
            <a:endCxn id="43" idx="0"/>
          </p:cNvCxnSpPr>
          <p:nvPr/>
        </p:nvCxnSpPr>
        <p:spPr>
          <a:xfrm>
            <a:off x="9917214" y="1828797"/>
            <a:ext cx="0" cy="100167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8D909A49-C42A-44F6-AFE7-C53802194A7D}"/>
              </a:ext>
            </a:extLst>
          </p:cNvPr>
          <p:cNvCxnSpPr>
            <a:cxnSpLocks/>
            <a:stCxn id="44" idx="2"/>
            <a:endCxn id="17" idx="0"/>
          </p:cNvCxnSpPr>
          <p:nvPr/>
        </p:nvCxnSpPr>
        <p:spPr>
          <a:xfrm>
            <a:off x="2285997" y="4027526"/>
            <a:ext cx="0" cy="100167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D19DE6D9-EBD7-8193-C81B-789E8F9FF72F}"/>
              </a:ext>
            </a:extLst>
          </p:cNvPr>
          <p:cNvCxnSpPr>
            <a:stCxn id="17" idx="3"/>
            <a:endCxn id="12" idx="2"/>
          </p:cNvCxnSpPr>
          <p:nvPr/>
        </p:nvCxnSpPr>
        <p:spPr>
          <a:xfrm>
            <a:off x="3715654" y="5627730"/>
            <a:ext cx="1458322" cy="38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D4591EC1-A315-E9A3-C8EE-CE55F8D5096D}"/>
              </a:ext>
            </a:extLst>
          </p:cNvPr>
          <p:cNvSpPr txBox="1"/>
          <p:nvPr/>
        </p:nvSpPr>
        <p:spPr>
          <a:xfrm>
            <a:off x="7029234" y="860664"/>
            <a:ext cx="4539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(1)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D536CA1C-78CE-2C38-57AD-6682E4F9A1E2}"/>
              </a:ext>
            </a:extLst>
          </p:cNvPr>
          <p:cNvSpPr txBox="1"/>
          <p:nvPr/>
        </p:nvSpPr>
        <p:spPr>
          <a:xfrm>
            <a:off x="9463243" y="1828797"/>
            <a:ext cx="4539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(2)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66FD61F7-9FBD-59BA-AD74-E60AB3852FF2}"/>
              </a:ext>
            </a:extLst>
          </p:cNvPr>
          <p:cNvSpPr txBox="1"/>
          <p:nvPr/>
        </p:nvSpPr>
        <p:spPr>
          <a:xfrm>
            <a:off x="8033586" y="3428997"/>
            <a:ext cx="4539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(3)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D55C5393-3635-CDF3-570F-333BB613AFB5}"/>
              </a:ext>
            </a:extLst>
          </p:cNvPr>
          <p:cNvSpPr txBox="1"/>
          <p:nvPr/>
        </p:nvSpPr>
        <p:spPr>
          <a:xfrm>
            <a:off x="3715654" y="5258397"/>
            <a:ext cx="4539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(6)</a:t>
            </a:r>
          </a:p>
        </p:txBody>
      </p:sp>
      <p:sp>
        <p:nvSpPr>
          <p:cNvPr id="43" name="Rectangle: Rounded Corners 42">
            <a:extLst>
              <a:ext uri="{FF2B5EF4-FFF2-40B4-BE49-F238E27FC236}">
                <a16:creationId xmlns:a16="http://schemas.microsoft.com/office/drawing/2014/main" id="{B7F45430-8CD4-C3FA-8071-519AB313316B}"/>
              </a:ext>
            </a:extLst>
          </p:cNvPr>
          <p:cNvSpPr/>
          <p:nvPr/>
        </p:nvSpPr>
        <p:spPr>
          <a:xfrm>
            <a:off x="8487556" y="2830470"/>
            <a:ext cx="2859315" cy="1197057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Hệ thống tự động gửi</a:t>
            </a:r>
          </a:p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prompt đến LLM</a:t>
            </a:r>
          </a:p>
        </p:txBody>
      </p:sp>
      <p:sp>
        <p:nvSpPr>
          <p:cNvPr id="44" name="Rectangle: Rounded Corners 43">
            <a:extLst>
              <a:ext uri="{FF2B5EF4-FFF2-40B4-BE49-F238E27FC236}">
                <a16:creationId xmlns:a16="http://schemas.microsoft.com/office/drawing/2014/main" id="{F8F78AFC-BB0D-EB48-BEA4-B67EB36EA154}"/>
              </a:ext>
            </a:extLst>
          </p:cNvPr>
          <p:cNvSpPr/>
          <p:nvPr/>
        </p:nvSpPr>
        <p:spPr>
          <a:xfrm>
            <a:off x="856339" y="2830469"/>
            <a:ext cx="2859315" cy="1197057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Trích xuất các starter từ phản hồi</a:t>
            </a:r>
          </a:p>
        </p:txBody>
      </p: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7A39C485-62B2-30C4-BCD7-091588AA65E2}"/>
              </a:ext>
            </a:extLst>
          </p:cNvPr>
          <p:cNvCxnSpPr>
            <a:cxnSpLocks/>
            <a:stCxn id="43" idx="1"/>
            <a:endCxn id="13" idx="3"/>
          </p:cNvCxnSpPr>
          <p:nvPr/>
        </p:nvCxnSpPr>
        <p:spPr>
          <a:xfrm flipH="1">
            <a:off x="7525653" y="3428999"/>
            <a:ext cx="961903" cy="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03FECA1F-3DC5-3C13-ECBC-7CCAECB02F61}"/>
              </a:ext>
            </a:extLst>
          </p:cNvPr>
          <p:cNvCxnSpPr>
            <a:cxnSpLocks/>
            <a:stCxn id="13" idx="1"/>
            <a:endCxn id="44" idx="3"/>
          </p:cNvCxnSpPr>
          <p:nvPr/>
        </p:nvCxnSpPr>
        <p:spPr>
          <a:xfrm flipH="1" flipV="1">
            <a:off x="3715654" y="3428998"/>
            <a:ext cx="950684" cy="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5" name="TextBox 54">
            <a:extLst>
              <a:ext uri="{FF2B5EF4-FFF2-40B4-BE49-F238E27FC236}">
                <a16:creationId xmlns:a16="http://schemas.microsoft.com/office/drawing/2014/main" id="{37913B3C-B887-5538-E7FB-8E789A9F2CAF}"/>
              </a:ext>
            </a:extLst>
          </p:cNvPr>
          <p:cNvSpPr txBox="1"/>
          <p:nvPr/>
        </p:nvSpPr>
        <p:spPr>
          <a:xfrm>
            <a:off x="4217830" y="3428997"/>
            <a:ext cx="4539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(4)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E4F82C71-1913-D952-7A1C-7E184758F9B0}"/>
              </a:ext>
            </a:extLst>
          </p:cNvPr>
          <p:cNvSpPr txBox="1"/>
          <p:nvPr/>
        </p:nvSpPr>
        <p:spPr>
          <a:xfrm>
            <a:off x="2285996" y="4027526"/>
            <a:ext cx="4539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(5)</a:t>
            </a:r>
          </a:p>
        </p:txBody>
      </p:sp>
    </p:spTree>
    <p:extLst>
      <p:ext uri="{BB962C8B-B14F-4D97-AF65-F5344CB8AC3E}">
        <p14:creationId xmlns:p14="http://schemas.microsoft.com/office/powerpoint/2010/main" val="363053153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A585B42A-1C32-7D54-C418-8EC4D61D893E}"/>
              </a:ext>
            </a:extLst>
          </p:cNvPr>
          <p:cNvGrpSpPr/>
          <p:nvPr/>
        </p:nvGrpSpPr>
        <p:grpSpPr>
          <a:xfrm>
            <a:off x="304800" y="714620"/>
            <a:ext cx="1421219" cy="1618759"/>
            <a:chOff x="5261639" y="42349"/>
            <a:chExt cx="1421219" cy="1211352"/>
          </a:xfrm>
        </p:grpSpPr>
        <p:pic>
          <p:nvPicPr>
            <p:cNvPr id="3" name="Graphic 2" descr="User with solid fill">
              <a:extLst>
                <a:ext uri="{FF2B5EF4-FFF2-40B4-BE49-F238E27FC236}">
                  <a16:creationId xmlns:a16="http://schemas.microsoft.com/office/drawing/2014/main" id="{02693618-AA14-6A2B-9B2F-4CD4EAA3674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5333030" y="42349"/>
              <a:ext cx="1264935" cy="1003931"/>
            </a:xfrm>
            <a:prstGeom prst="rect">
              <a:avLst/>
            </a:prstGeom>
          </p:spPr>
        </p:pic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1E635135-753B-9EA9-8C42-910757F91067}"/>
                </a:ext>
              </a:extLst>
            </p:cNvPr>
            <p:cNvSpPr txBox="1"/>
            <p:nvPr/>
          </p:nvSpPr>
          <p:spPr>
            <a:xfrm>
              <a:off x="5261639" y="884369"/>
              <a:ext cx="142121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vi-VN">
                  <a:latin typeface="+mj-lt"/>
                </a:rPr>
                <a:t>Người dùng</a:t>
              </a:r>
              <a:endParaRPr lang="en-US">
                <a:latin typeface="+mj-lt"/>
              </a:endParaRPr>
            </a:p>
          </p:txBody>
        </p:sp>
      </p:grp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E57AEA57-B967-4A2B-7BDB-0BDE387A00DB}"/>
              </a:ext>
            </a:extLst>
          </p:cNvPr>
          <p:cNvSpPr/>
          <p:nvPr/>
        </p:nvSpPr>
        <p:spPr>
          <a:xfrm>
            <a:off x="3002280" y="1051560"/>
            <a:ext cx="3093720" cy="1066800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Giao diện chat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6969F48D-A52A-A475-7BBD-319E9F21F4E4}"/>
              </a:ext>
            </a:extLst>
          </p:cNvPr>
          <p:cNvSpPr/>
          <p:nvPr/>
        </p:nvSpPr>
        <p:spPr>
          <a:xfrm>
            <a:off x="3002280" y="2895600"/>
            <a:ext cx="3093720" cy="1066800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Nhập truy vấn vào input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882F8322-D48B-42AC-EACB-B25214D49E15}"/>
              </a:ext>
            </a:extLst>
          </p:cNvPr>
          <p:cNvSpPr/>
          <p:nvPr/>
        </p:nvSpPr>
        <p:spPr>
          <a:xfrm>
            <a:off x="3002280" y="4739640"/>
            <a:ext cx="3093720" cy="1066800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Gửi truy vấn đến hệ thống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EBA9A2C0-97DE-30E5-9CD8-52A1C87D0D4B}"/>
              </a:ext>
            </a:extLst>
          </p:cNvPr>
          <p:cNvSpPr/>
          <p:nvPr/>
        </p:nvSpPr>
        <p:spPr>
          <a:xfrm>
            <a:off x="7372261" y="4739640"/>
            <a:ext cx="3093720" cy="1066800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Hệ thống gọi agent để sinh ra phản hồi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A7700EF7-0220-1662-D232-0B2779233B29}"/>
              </a:ext>
            </a:extLst>
          </p:cNvPr>
          <p:cNvSpPr/>
          <p:nvPr/>
        </p:nvSpPr>
        <p:spPr>
          <a:xfrm>
            <a:off x="7372261" y="1051560"/>
            <a:ext cx="3093720" cy="1066800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Hệ thống hiển thị phản hồi đến người dùng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8F72EBEE-B4C2-BFB0-E7A2-7F8023FA6CEA}"/>
              </a:ext>
            </a:extLst>
          </p:cNvPr>
          <p:cNvCxnSpPr>
            <a:cxnSpLocks/>
            <a:endCxn id="5" idx="1"/>
          </p:cNvCxnSpPr>
          <p:nvPr/>
        </p:nvCxnSpPr>
        <p:spPr>
          <a:xfrm>
            <a:off x="1641126" y="1584960"/>
            <a:ext cx="136115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F423EDEE-6D00-A3AE-A0C3-ECF4B3AAFB7A}"/>
              </a:ext>
            </a:extLst>
          </p:cNvPr>
          <p:cNvCxnSpPr>
            <a:cxnSpLocks/>
            <a:stCxn id="5" idx="2"/>
            <a:endCxn id="6" idx="0"/>
          </p:cNvCxnSpPr>
          <p:nvPr/>
        </p:nvCxnSpPr>
        <p:spPr>
          <a:xfrm>
            <a:off x="4549140" y="2118360"/>
            <a:ext cx="0" cy="77724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EA2EBBA6-058E-288E-CAEF-9D4F43D8D44E}"/>
              </a:ext>
            </a:extLst>
          </p:cNvPr>
          <p:cNvCxnSpPr>
            <a:cxnSpLocks/>
            <a:stCxn id="6" idx="2"/>
            <a:endCxn id="7" idx="0"/>
          </p:cNvCxnSpPr>
          <p:nvPr/>
        </p:nvCxnSpPr>
        <p:spPr>
          <a:xfrm>
            <a:off x="4549140" y="3962400"/>
            <a:ext cx="0" cy="77724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EA6FC128-62B6-79F0-4945-61BBDB967433}"/>
              </a:ext>
            </a:extLst>
          </p:cNvPr>
          <p:cNvCxnSpPr>
            <a:cxnSpLocks/>
            <a:stCxn id="7" idx="3"/>
            <a:endCxn id="8" idx="1"/>
          </p:cNvCxnSpPr>
          <p:nvPr/>
        </p:nvCxnSpPr>
        <p:spPr>
          <a:xfrm>
            <a:off x="6096000" y="5273040"/>
            <a:ext cx="127626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776367B1-6D0B-92F0-BEAC-24AF6DA7FE15}"/>
              </a:ext>
            </a:extLst>
          </p:cNvPr>
          <p:cNvCxnSpPr>
            <a:cxnSpLocks/>
            <a:stCxn id="8" idx="0"/>
            <a:endCxn id="9" idx="2"/>
          </p:cNvCxnSpPr>
          <p:nvPr/>
        </p:nvCxnSpPr>
        <p:spPr>
          <a:xfrm flipV="1">
            <a:off x="8919121" y="2118360"/>
            <a:ext cx="0" cy="262128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8168DBCE-37CD-6DB3-CF3B-71F4E2BEB66D}"/>
              </a:ext>
            </a:extLst>
          </p:cNvPr>
          <p:cNvCxnSpPr>
            <a:cxnSpLocks/>
            <a:stCxn id="9" idx="1"/>
            <a:endCxn id="5" idx="3"/>
          </p:cNvCxnSpPr>
          <p:nvPr/>
        </p:nvCxnSpPr>
        <p:spPr>
          <a:xfrm flipH="1">
            <a:off x="6096000" y="1584960"/>
            <a:ext cx="127626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ectangle 28">
            <a:extLst>
              <a:ext uri="{FF2B5EF4-FFF2-40B4-BE49-F238E27FC236}">
                <a16:creationId xmlns:a16="http://schemas.microsoft.com/office/drawing/2014/main" id="{E575FACF-80D6-8930-F3AF-4C745674F7E2}"/>
              </a:ext>
            </a:extLst>
          </p:cNvPr>
          <p:cNvSpPr/>
          <p:nvPr/>
        </p:nvSpPr>
        <p:spPr>
          <a:xfrm>
            <a:off x="7086600" y="714620"/>
            <a:ext cx="3749038" cy="5427100"/>
          </a:xfrm>
          <a:prstGeom prst="rect">
            <a:avLst/>
          </a:prstGeom>
          <a:noFill/>
          <a:ln>
            <a:solidFill>
              <a:srgbClr val="FF0000"/>
            </a:solidFill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>
              <a:noFill/>
            </a:endParaRPr>
          </a:p>
        </p:txBody>
      </p:sp>
    </p:spTree>
    <p:extLst>
      <p:ext uri="{BB962C8B-B14F-4D97-AF65-F5344CB8AC3E}">
        <p14:creationId xmlns:p14="http://schemas.microsoft.com/office/powerpoint/2010/main" val="375676920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>
            <a:extLst>
              <a:ext uri="{FF2B5EF4-FFF2-40B4-BE49-F238E27FC236}">
                <a16:creationId xmlns:a16="http://schemas.microsoft.com/office/drawing/2014/main" id="{8DF73D65-97C3-BEAD-5A4F-8C3D24005027}"/>
              </a:ext>
            </a:extLst>
          </p:cNvPr>
          <p:cNvSpPr/>
          <p:nvPr/>
        </p:nvSpPr>
        <p:spPr>
          <a:xfrm>
            <a:off x="5173980" y="243840"/>
            <a:ext cx="1844040" cy="838200"/>
          </a:xfrm>
          <a:prstGeom prst="ellipse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Bắt đầu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9C21F171-2A81-F478-BF9B-CB6B4EDEE9BC}"/>
              </a:ext>
            </a:extLst>
          </p:cNvPr>
          <p:cNvSpPr/>
          <p:nvPr/>
        </p:nvSpPr>
        <p:spPr>
          <a:xfrm>
            <a:off x="4419600" y="1821180"/>
            <a:ext cx="3352800" cy="777240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Người dùng nhập truy vấn </a:t>
            </a:r>
          </a:p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đầu vào dạng văn bản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0C936821-1574-1D86-16D2-EFF03E7CFB13}"/>
              </a:ext>
            </a:extLst>
          </p:cNvPr>
          <p:cNvSpPr/>
          <p:nvPr/>
        </p:nvSpPr>
        <p:spPr>
          <a:xfrm>
            <a:off x="4419600" y="3040380"/>
            <a:ext cx="3352800" cy="777240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Hệ thống gọi agent sinh ra phản hồi cho truy vấn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0607CC39-690B-02BF-E594-5E4FB3146DFE}"/>
              </a:ext>
            </a:extLst>
          </p:cNvPr>
          <p:cNvSpPr/>
          <p:nvPr/>
        </p:nvSpPr>
        <p:spPr>
          <a:xfrm>
            <a:off x="4427220" y="4259580"/>
            <a:ext cx="3352800" cy="777240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Hệ thống hiển thị phản hồi cho người dùng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7E35F6CD-FDD4-53C0-E2A0-2CA0B0F4ECBA}"/>
              </a:ext>
            </a:extLst>
          </p:cNvPr>
          <p:cNvSpPr/>
          <p:nvPr/>
        </p:nvSpPr>
        <p:spPr>
          <a:xfrm>
            <a:off x="5173980" y="5775960"/>
            <a:ext cx="1844040" cy="838200"/>
          </a:xfrm>
          <a:prstGeom prst="ellipse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Kết thúc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69FA62BF-F698-40A4-D21B-50E1DF524030}"/>
              </a:ext>
            </a:extLst>
          </p:cNvPr>
          <p:cNvCxnSpPr>
            <a:cxnSpLocks/>
            <a:stCxn id="2" idx="4"/>
            <a:endCxn id="3" idx="0"/>
          </p:cNvCxnSpPr>
          <p:nvPr/>
        </p:nvCxnSpPr>
        <p:spPr>
          <a:xfrm>
            <a:off x="6096000" y="1082040"/>
            <a:ext cx="0" cy="73914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876E90C6-D117-8156-99B9-25EABE1FCACE}"/>
              </a:ext>
            </a:extLst>
          </p:cNvPr>
          <p:cNvCxnSpPr>
            <a:cxnSpLocks/>
            <a:stCxn id="3" idx="2"/>
            <a:endCxn id="4" idx="0"/>
          </p:cNvCxnSpPr>
          <p:nvPr/>
        </p:nvCxnSpPr>
        <p:spPr>
          <a:xfrm>
            <a:off x="6096000" y="2598420"/>
            <a:ext cx="0" cy="44196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921AA626-1EAB-3757-5DBF-015B58B628C8}"/>
              </a:ext>
            </a:extLst>
          </p:cNvPr>
          <p:cNvCxnSpPr>
            <a:stCxn id="4" idx="2"/>
            <a:endCxn id="5" idx="0"/>
          </p:cNvCxnSpPr>
          <p:nvPr/>
        </p:nvCxnSpPr>
        <p:spPr>
          <a:xfrm>
            <a:off x="6096000" y="3817620"/>
            <a:ext cx="7620" cy="44196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F420C893-C5DD-077E-5EB9-E32AAF79350B}"/>
              </a:ext>
            </a:extLst>
          </p:cNvPr>
          <p:cNvCxnSpPr>
            <a:stCxn id="5" idx="2"/>
            <a:endCxn id="6" idx="0"/>
          </p:cNvCxnSpPr>
          <p:nvPr/>
        </p:nvCxnSpPr>
        <p:spPr>
          <a:xfrm flipH="1">
            <a:off x="6096000" y="5036820"/>
            <a:ext cx="7620" cy="73914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81A218BE-D2AA-47DF-3F2B-63F5EE9BECEC}"/>
              </a:ext>
            </a:extLst>
          </p:cNvPr>
          <p:cNvSpPr txBox="1"/>
          <p:nvPr/>
        </p:nvSpPr>
        <p:spPr>
          <a:xfrm>
            <a:off x="6103620" y="1082278"/>
            <a:ext cx="4539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(1)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D3B5D4B-1E84-6D42-1C99-8C376F36166E}"/>
              </a:ext>
            </a:extLst>
          </p:cNvPr>
          <p:cNvSpPr txBox="1"/>
          <p:nvPr/>
        </p:nvSpPr>
        <p:spPr>
          <a:xfrm>
            <a:off x="6103620" y="2610088"/>
            <a:ext cx="4539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(2)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FD84961-C70D-982C-BC23-5BD742DCBF4E}"/>
              </a:ext>
            </a:extLst>
          </p:cNvPr>
          <p:cNvSpPr txBox="1"/>
          <p:nvPr/>
        </p:nvSpPr>
        <p:spPr>
          <a:xfrm>
            <a:off x="6096000" y="3817620"/>
            <a:ext cx="4539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(3)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5AD40F3-2C24-8D34-F831-ECD6E472C982}"/>
              </a:ext>
            </a:extLst>
          </p:cNvPr>
          <p:cNvSpPr txBox="1"/>
          <p:nvPr/>
        </p:nvSpPr>
        <p:spPr>
          <a:xfrm>
            <a:off x="6103620" y="5036820"/>
            <a:ext cx="4539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(4)</a:t>
            </a:r>
          </a:p>
        </p:txBody>
      </p:sp>
    </p:spTree>
    <p:extLst>
      <p:ext uri="{BB962C8B-B14F-4D97-AF65-F5344CB8AC3E}">
        <p14:creationId xmlns:p14="http://schemas.microsoft.com/office/powerpoint/2010/main" val="259679029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" name="Group 13">
            <a:extLst>
              <a:ext uri="{FF2B5EF4-FFF2-40B4-BE49-F238E27FC236}">
                <a16:creationId xmlns:a16="http://schemas.microsoft.com/office/drawing/2014/main" id="{D1BA1C11-CDC2-5413-8166-474667ED4729}"/>
              </a:ext>
            </a:extLst>
          </p:cNvPr>
          <p:cNvGrpSpPr/>
          <p:nvPr/>
        </p:nvGrpSpPr>
        <p:grpSpPr>
          <a:xfrm>
            <a:off x="304800" y="499601"/>
            <a:ext cx="1421219" cy="1618759"/>
            <a:chOff x="5261639" y="42349"/>
            <a:chExt cx="1421219" cy="1211352"/>
          </a:xfrm>
        </p:grpSpPr>
        <p:pic>
          <p:nvPicPr>
            <p:cNvPr id="15" name="Graphic 14" descr="User with solid fill">
              <a:extLst>
                <a:ext uri="{FF2B5EF4-FFF2-40B4-BE49-F238E27FC236}">
                  <a16:creationId xmlns:a16="http://schemas.microsoft.com/office/drawing/2014/main" id="{AD84FC3F-E406-DC0B-1B1A-D1ABE3228FC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5333030" y="42349"/>
              <a:ext cx="1264935" cy="1003931"/>
            </a:xfrm>
            <a:prstGeom prst="rect">
              <a:avLst/>
            </a:prstGeom>
          </p:spPr>
        </p:pic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8630D525-A484-9DE3-F7FC-3E4FB65F19E6}"/>
                </a:ext>
              </a:extLst>
            </p:cNvPr>
            <p:cNvSpPr txBox="1"/>
            <p:nvPr/>
          </p:nvSpPr>
          <p:spPr>
            <a:xfrm>
              <a:off x="5261639" y="884369"/>
              <a:ext cx="142121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vi-VN">
                  <a:latin typeface="+mj-lt"/>
                </a:rPr>
                <a:t>Người dùng</a:t>
              </a:r>
              <a:endParaRPr lang="en-US">
                <a:latin typeface="+mj-lt"/>
              </a:endParaRPr>
            </a:p>
          </p:txBody>
        </p:sp>
      </p:grp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7559F31F-4558-AFB1-ECB7-601B3000C669}"/>
              </a:ext>
            </a:extLst>
          </p:cNvPr>
          <p:cNvSpPr/>
          <p:nvPr/>
        </p:nvSpPr>
        <p:spPr>
          <a:xfrm>
            <a:off x="3002280" y="807720"/>
            <a:ext cx="3093720" cy="1066800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Giao diện chat</a:t>
            </a: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409B12F3-EF3C-6FE6-2B3C-BC39A53BFE51}"/>
              </a:ext>
            </a:extLst>
          </p:cNvPr>
          <p:cNvSpPr/>
          <p:nvPr/>
        </p:nvSpPr>
        <p:spPr>
          <a:xfrm>
            <a:off x="3002280" y="2773680"/>
            <a:ext cx="3093720" cy="1066800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Nhập truy vấn dạng âm thanh vào input</a:t>
            </a: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E0CD8A1C-D743-A891-0F81-DAA656C08EB3}"/>
              </a:ext>
            </a:extLst>
          </p:cNvPr>
          <p:cNvSpPr/>
          <p:nvPr/>
        </p:nvSpPr>
        <p:spPr>
          <a:xfrm>
            <a:off x="3002280" y="4739640"/>
            <a:ext cx="3093720" cy="1066800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Gửi truy vấn đến hệ thống</a:t>
            </a:r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63E0B451-3909-8BE9-05F9-23E0CC6EA898}"/>
              </a:ext>
            </a:extLst>
          </p:cNvPr>
          <p:cNvSpPr/>
          <p:nvPr/>
        </p:nvSpPr>
        <p:spPr>
          <a:xfrm>
            <a:off x="7372261" y="4739640"/>
            <a:ext cx="3093720" cy="1066800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Hệ thống chuyển đổi truy vấn sang dạng văn bản</a:t>
            </a:r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6EFD7980-A672-9F03-464A-7A2FFCBF9100}"/>
              </a:ext>
            </a:extLst>
          </p:cNvPr>
          <p:cNvSpPr/>
          <p:nvPr/>
        </p:nvSpPr>
        <p:spPr>
          <a:xfrm>
            <a:off x="7372261" y="2118360"/>
            <a:ext cx="3093720" cy="1066800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Hệ thống chuyển đổi phản hồi về dạng âm thanh</a:t>
            </a: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81066D0A-76F6-56CD-4427-DD1F01503123}"/>
              </a:ext>
            </a:extLst>
          </p:cNvPr>
          <p:cNvCxnSpPr>
            <a:cxnSpLocks/>
            <a:endCxn id="17" idx="1"/>
          </p:cNvCxnSpPr>
          <p:nvPr/>
        </p:nvCxnSpPr>
        <p:spPr>
          <a:xfrm>
            <a:off x="1641126" y="1341120"/>
            <a:ext cx="136115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A8675842-D09A-5E09-D16F-3FBC2338CE0E}"/>
              </a:ext>
            </a:extLst>
          </p:cNvPr>
          <p:cNvCxnSpPr>
            <a:cxnSpLocks/>
            <a:stCxn id="17" idx="2"/>
            <a:endCxn id="18" idx="0"/>
          </p:cNvCxnSpPr>
          <p:nvPr/>
        </p:nvCxnSpPr>
        <p:spPr>
          <a:xfrm>
            <a:off x="4549140" y="1874520"/>
            <a:ext cx="0" cy="89916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45EFD3B1-2D41-48F5-3F27-B5B754EAB5FD}"/>
              </a:ext>
            </a:extLst>
          </p:cNvPr>
          <p:cNvCxnSpPr>
            <a:cxnSpLocks/>
            <a:stCxn id="18" idx="2"/>
            <a:endCxn id="19" idx="0"/>
          </p:cNvCxnSpPr>
          <p:nvPr/>
        </p:nvCxnSpPr>
        <p:spPr>
          <a:xfrm>
            <a:off x="4549140" y="3840480"/>
            <a:ext cx="0" cy="89916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BFA0D9C1-ECF9-CFD7-49B5-25254253E1F7}"/>
              </a:ext>
            </a:extLst>
          </p:cNvPr>
          <p:cNvCxnSpPr>
            <a:cxnSpLocks/>
            <a:stCxn id="19" idx="3"/>
            <a:endCxn id="20" idx="1"/>
          </p:cNvCxnSpPr>
          <p:nvPr/>
        </p:nvCxnSpPr>
        <p:spPr>
          <a:xfrm>
            <a:off x="6096000" y="5273040"/>
            <a:ext cx="127626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80EE3D5A-9799-2F89-BCB0-52C6A13AB481}"/>
              </a:ext>
            </a:extLst>
          </p:cNvPr>
          <p:cNvCxnSpPr>
            <a:cxnSpLocks/>
            <a:stCxn id="31" idx="0"/>
            <a:endCxn id="21" idx="2"/>
          </p:cNvCxnSpPr>
          <p:nvPr/>
        </p:nvCxnSpPr>
        <p:spPr>
          <a:xfrm flipV="1">
            <a:off x="8919121" y="3185160"/>
            <a:ext cx="0" cy="24384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9FB36C31-B826-54FC-39E9-E5FE88A66720}"/>
              </a:ext>
            </a:extLst>
          </p:cNvPr>
          <p:cNvCxnSpPr>
            <a:cxnSpLocks/>
            <a:stCxn id="44" idx="1"/>
            <a:endCxn id="17" idx="3"/>
          </p:cNvCxnSpPr>
          <p:nvPr/>
        </p:nvCxnSpPr>
        <p:spPr>
          <a:xfrm flipH="1">
            <a:off x="6096000" y="1341120"/>
            <a:ext cx="127626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ectangle 27">
            <a:extLst>
              <a:ext uri="{FF2B5EF4-FFF2-40B4-BE49-F238E27FC236}">
                <a16:creationId xmlns:a16="http://schemas.microsoft.com/office/drawing/2014/main" id="{467545EF-3904-1FD4-532A-E8D4411E2C07}"/>
              </a:ext>
            </a:extLst>
          </p:cNvPr>
          <p:cNvSpPr/>
          <p:nvPr/>
        </p:nvSpPr>
        <p:spPr>
          <a:xfrm>
            <a:off x="7086600" y="518162"/>
            <a:ext cx="3749038" cy="5623558"/>
          </a:xfrm>
          <a:prstGeom prst="rect">
            <a:avLst/>
          </a:prstGeom>
          <a:noFill/>
          <a:ln>
            <a:solidFill>
              <a:srgbClr val="FF0000"/>
            </a:solidFill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>
              <a:noFill/>
            </a:endParaRPr>
          </a:p>
        </p:txBody>
      </p:sp>
      <p:sp>
        <p:nvSpPr>
          <p:cNvPr id="31" name="Rectangle: Rounded Corners 30">
            <a:extLst>
              <a:ext uri="{FF2B5EF4-FFF2-40B4-BE49-F238E27FC236}">
                <a16:creationId xmlns:a16="http://schemas.microsoft.com/office/drawing/2014/main" id="{4C591672-62D1-E3EE-0DBA-517B0B9E2A58}"/>
              </a:ext>
            </a:extLst>
          </p:cNvPr>
          <p:cNvSpPr/>
          <p:nvPr/>
        </p:nvSpPr>
        <p:spPr>
          <a:xfrm>
            <a:off x="7372261" y="3429000"/>
            <a:ext cx="3093720" cy="1066800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Hệ thống gọi agent để sinh ra phản hồi</a:t>
            </a:r>
          </a:p>
        </p:txBody>
      </p: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0DC72D8D-9EB6-F2FE-E5AE-C6F1B0DAAF65}"/>
              </a:ext>
            </a:extLst>
          </p:cNvPr>
          <p:cNvCxnSpPr>
            <a:cxnSpLocks/>
            <a:stCxn id="20" idx="0"/>
            <a:endCxn id="31" idx="2"/>
          </p:cNvCxnSpPr>
          <p:nvPr/>
        </p:nvCxnSpPr>
        <p:spPr>
          <a:xfrm flipV="1">
            <a:off x="8919121" y="4495800"/>
            <a:ext cx="0" cy="24384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Rectangle: Rounded Corners 43">
            <a:extLst>
              <a:ext uri="{FF2B5EF4-FFF2-40B4-BE49-F238E27FC236}">
                <a16:creationId xmlns:a16="http://schemas.microsoft.com/office/drawing/2014/main" id="{82F77918-AB1A-03C4-5203-CF557656D68F}"/>
              </a:ext>
            </a:extLst>
          </p:cNvPr>
          <p:cNvSpPr/>
          <p:nvPr/>
        </p:nvSpPr>
        <p:spPr>
          <a:xfrm>
            <a:off x="7372261" y="807720"/>
            <a:ext cx="3093720" cy="1066800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Hệ thống đưa phản hồi đến người dùng</a:t>
            </a:r>
          </a:p>
        </p:txBody>
      </p: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F6757D95-F60C-2A29-404B-B61CD76E3110}"/>
              </a:ext>
            </a:extLst>
          </p:cNvPr>
          <p:cNvCxnSpPr>
            <a:cxnSpLocks/>
            <a:stCxn id="21" idx="0"/>
            <a:endCxn id="44" idx="2"/>
          </p:cNvCxnSpPr>
          <p:nvPr/>
        </p:nvCxnSpPr>
        <p:spPr>
          <a:xfrm flipV="1">
            <a:off x="8919121" y="1874520"/>
            <a:ext cx="0" cy="24384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7128387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>
            <a:extLst>
              <a:ext uri="{FF2B5EF4-FFF2-40B4-BE49-F238E27FC236}">
                <a16:creationId xmlns:a16="http://schemas.microsoft.com/office/drawing/2014/main" id="{26B05E5A-5774-6924-7ADA-F84796769A43}"/>
              </a:ext>
            </a:extLst>
          </p:cNvPr>
          <p:cNvSpPr/>
          <p:nvPr/>
        </p:nvSpPr>
        <p:spPr>
          <a:xfrm>
            <a:off x="563300" y="1266944"/>
            <a:ext cx="1844040" cy="777240"/>
          </a:xfrm>
          <a:prstGeom prst="ellipse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Bắt đầu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1FD55CFC-45CB-076F-E764-2798E3C31C69}"/>
              </a:ext>
            </a:extLst>
          </p:cNvPr>
          <p:cNvSpPr/>
          <p:nvPr/>
        </p:nvSpPr>
        <p:spPr>
          <a:xfrm>
            <a:off x="3543300" y="1082278"/>
            <a:ext cx="3352800" cy="1146572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Người dùng nhập truy vấn </a:t>
            </a:r>
          </a:p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đầu vào dạng âm thanh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012BC32F-D488-40BE-E7AC-211C34DC428B}"/>
              </a:ext>
            </a:extLst>
          </p:cNvPr>
          <p:cNvSpPr/>
          <p:nvPr/>
        </p:nvSpPr>
        <p:spPr>
          <a:xfrm>
            <a:off x="8260080" y="2855714"/>
            <a:ext cx="3352800" cy="1146572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Hệ thống gọi agent sinh ra phản hồi cho truy vấn văn bản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54B1920A-B421-7EFC-66B0-2A4A582AB950}"/>
              </a:ext>
            </a:extLst>
          </p:cNvPr>
          <p:cNvSpPr/>
          <p:nvPr/>
        </p:nvSpPr>
        <p:spPr>
          <a:xfrm>
            <a:off x="3543300" y="4495562"/>
            <a:ext cx="3352800" cy="1146572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Hệ thống đưa ra phản hồi cho người dùng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15D19990-4494-20B0-3C52-25E34B2C5171}"/>
              </a:ext>
            </a:extLst>
          </p:cNvPr>
          <p:cNvSpPr/>
          <p:nvPr/>
        </p:nvSpPr>
        <p:spPr>
          <a:xfrm>
            <a:off x="533254" y="4649748"/>
            <a:ext cx="1844040" cy="838200"/>
          </a:xfrm>
          <a:prstGeom prst="ellipse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Kết thúc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EEB03F82-25A2-151D-7732-8C2D919E83A8}"/>
              </a:ext>
            </a:extLst>
          </p:cNvPr>
          <p:cNvCxnSpPr>
            <a:cxnSpLocks/>
            <a:stCxn id="80" idx="1"/>
            <a:endCxn id="5" idx="3"/>
          </p:cNvCxnSpPr>
          <p:nvPr/>
        </p:nvCxnSpPr>
        <p:spPr>
          <a:xfrm flipH="1" flipV="1">
            <a:off x="6896100" y="5068848"/>
            <a:ext cx="1363980" cy="154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83DA8988-AE88-6FB4-DE9E-72AC01A75957}"/>
              </a:ext>
            </a:extLst>
          </p:cNvPr>
          <p:cNvSpPr txBox="1"/>
          <p:nvPr/>
        </p:nvSpPr>
        <p:spPr>
          <a:xfrm>
            <a:off x="6897135" y="1286470"/>
            <a:ext cx="4539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(2)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BDF8B9F-A792-6678-A237-8A18D79AA52A}"/>
              </a:ext>
            </a:extLst>
          </p:cNvPr>
          <p:cNvSpPr txBox="1"/>
          <p:nvPr/>
        </p:nvSpPr>
        <p:spPr>
          <a:xfrm>
            <a:off x="9951140" y="2228850"/>
            <a:ext cx="4539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(3)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AF1B328-25AD-5F94-8892-B231A3582966}"/>
              </a:ext>
            </a:extLst>
          </p:cNvPr>
          <p:cNvSpPr txBox="1"/>
          <p:nvPr/>
        </p:nvSpPr>
        <p:spPr>
          <a:xfrm>
            <a:off x="7806110" y="4699279"/>
            <a:ext cx="4539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(5)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9D70832-FA92-8019-E202-E206CDAD1F8B}"/>
              </a:ext>
            </a:extLst>
          </p:cNvPr>
          <p:cNvSpPr txBox="1"/>
          <p:nvPr/>
        </p:nvSpPr>
        <p:spPr>
          <a:xfrm>
            <a:off x="3089330" y="4699279"/>
            <a:ext cx="4539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(6)</a:t>
            </a: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0401DB0B-6A26-2921-74FF-83D321420B3B}"/>
              </a:ext>
            </a:extLst>
          </p:cNvPr>
          <p:cNvSpPr/>
          <p:nvPr/>
        </p:nvSpPr>
        <p:spPr>
          <a:xfrm>
            <a:off x="8260080" y="1082278"/>
            <a:ext cx="3352800" cy="1146572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Hệ thống chuyển đổi truy vấn từ âm thanh sang văn bản</a:t>
            </a: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69CA16BF-CFB6-3255-EE70-71A1800C7386}"/>
              </a:ext>
            </a:extLst>
          </p:cNvPr>
          <p:cNvCxnSpPr>
            <a:cxnSpLocks/>
            <a:stCxn id="2" idx="6"/>
            <a:endCxn id="3" idx="1"/>
          </p:cNvCxnSpPr>
          <p:nvPr/>
        </p:nvCxnSpPr>
        <p:spPr>
          <a:xfrm>
            <a:off x="2407340" y="1655564"/>
            <a:ext cx="113596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6F9A9B17-2BF5-D280-1052-147247FF1DC9}"/>
              </a:ext>
            </a:extLst>
          </p:cNvPr>
          <p:cNvCxnSpPr>
            <a:cxnSpLocks/>
            <a:stCxn id="3" idx="3"/>
            <a:endCxn id="19" idx="1"/>
          </p:cNvCxnSpPr>
          <p:nvPr/>
        </p:nvCxnSpPr>
        <p:spPr>
          <a:xfrm>
            <a:off x="6896100" y="1655564"/>
            <a:ext cx="136398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D93911F4-290D-D63C-C1A1-C249AA350DC4}"/>
              </a:ext>
            </a:extLst>
          </p:cNvPr>
          <p:cNvCxnSpPr>
            <a:cxnSpLocks/>
            <a:stCxn id="19" idx="2"/>
            <a:endCxn id="4" idx="0"/>
          </p:cNvCxnSpPr>
          <p:nvPr/>
        </p:nvCxnSpPr>
        <p:spPr>
          <a:xfrm>
            <a:off x="9936480" y="2228850"/>
            <a:ext cx="0" cy="62686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3" name="TextBox 42">
            <a:extLst>
              <a:ext uri="{FF2B5EF4-FFF2-40B4-BE49-F238E27FC236}">
                <a16:creationId xmlns:a16="http://schemas.microsoft.com/office/drawing/2014/main" id="{DDF65E27-7ED9-F013-8222-13C703D45D29}"/>
              </a:ext>
            </a:extLst>
          </p:cNvPr>
          <p:cNvSpPr txBox="1"/>
          <p:nvPr/>
        </p:nvSpPr>
        <p:spPr>
          <a:xfrm>
            <a:off x="2408375" y="1286470"/>
            <a:ext cx="4539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(1)</a:t>
            </a:r>
          </a:p>
        </p:txBody>
      </p:sp>
      <p:cxnSp>
        <p:nvCxnSpPr>
          <p:cNvPr id="76" name="Straight Arrow Connector 75">
            <a:extLst>
              <a:ext uri="{FF2B5EF4-FFF2-40B4-BE49-F238E27FC236}">
                <a16:creationId xmlns:a16="http://schemas.microsoft.com/office/drawing/2014/main" id="{B8461CB0-63ED-4A9D-1B90-E2949619306C}"/>
              </a:ext>
            </a:extLst>
          </p:cNvPr>
          <p:cNvCxnSpPr>
            <a:stCxn id="5" idx="1"/>
            <a:endCxn id="6" idx="6"/>
          </p:cNvCxnSpPr>
          <p:nvPr/>
        </p:nvCxnSpPr>
        <p:spPr>
          <a:xfrm flipH="1">
            <a:off x="2377294" y="5068848"/>
            <a:ext cx="1166006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80" name="Rectangle: Rounded Corners 79">
            <a:extLst>
              <a:ext uri="{FF2B5EF4-FFF2-40B4-BE49-F238E27FC236}">
                <a16:creationId xmlns:a16="http://schemas.microsoft.com/office/drawing/2014/main" id="{BCC66C11-250E-00AA-715E-FE85F08CD21D}"/>
              </a:ext>
            </a:extLst>
          </p:cNvPr>
          <p:cNvSpPr/>
          <p:nvPr/>
        </p:nvSpPr>
        <p:spPr>
          <a:xfrm>
            <a:off x="8260080" y="4497110"/>
            <a:ext cx="3352800" cy="1146572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Hệ thống chuyển đổi phản hồi sang dạng âm thanh</a:t>
            </a:r>
          </a:p>
        </p:txBody>
      </p:sp>
      <p:cxnSp>
        <p:nvCxnSpPr>
          <p:cNvPr id="82" name="Straight Arrow Connector 81">
            <a:extLst>
              <a:ext uri="{FF2B5EF4-FFF2-40B4-BE49-F238E27FC236}">
                <a16:creationId xmlns:a16="http://schemas.microsoft.com/office/drawing/2014/main" id="{D38BA67F-B673-C314-25C9-C505F698BF19}"/>
              </a:ext>
            </a:extLst>
          </p:cNvPr>
          <p:cNvCxnSpPr>
            <a:cxnSpLocks/>
            <a:stCxn id="4" idx="2"/>
            <a:endCxn id="80" idx="0"/>
          </p:cNvCxnSpPr>
          <p:nvPr/>
        </p:nvCxnSpPr>
        <p:spPr>
          <a:xfrm>
            <a:off x="9936480" y="4002286"/>
            <a:ext cx="0" cy="49482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85" name="TextBox 84">
            <a:extLst>
              <a:ext uri="{FF2B5EF4-FFF2-40B4-BE49-F238E27FC236}">
                <a16:creationId xmlns:a16="http://schemas.microsoft.com/office/drawing/2014/main" id="{693B2600-13EF-9684-55D5-F2EC963AFB97}"/>
              </a:ext>
            </a:extLst>
          </p:cNvPr>
          <p:cNvSpPr txBox="1"/>
          <p:nvPr/>
        </p:nvSpPr>
        <p:spPr>
          <a:xfrm>
            <a:off x="9951140" y="4002286"/>
            <a:ext cx="4539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(4)</a:t>
            </a:r>
          </a:p>
        </p:txBody>
      </p:sp>
    </p:spTree>
    <p:extLst>
      <p:ext uri="{BB962C8B-B14F-4D97-AF65-F5344CB8AC3E}">
        <p14:creationId xmlns:p14="http://schemas.microsoft.com/office/powerpoint/2010/main" val="35459406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73E2BB15-81E6-3CB5-6208-9BA2561B03A4}"/>
              </a:ext>
            </a:extLst>
          </p:cNvPr>
          <p:cNvGrpSpPr/>
          <p:nvPr/>
        </p:nvGrpSpPr>
        <p:grpSpPr>
          <a:xfrm>
            <a:off x="607650" y="3679295"/>
            <a:ext cx="1436459" cy="1447800"/>
            <a:chOff x="5261639" y="42349"/>
            <a:chExt cx="1421219" cy="1211352"/>
          </a:xfrm>
        </p:grpSpPr>
        <p:pic>
          <p:nvPicPr>
            <p:cNvPr id="3" name="Graphic 2" descr="User with solid fill">
              <a:extLst>
                <a:ext uri="{FF2B5EF4-FFF2-40B4-BE49-F238E27FC236}">
                  <a16:creationId xmlns:a16="http://schemas.microsoft.com/office/drawing/2014/main" id="{FD767353-39B8-8AA6-8B81-94A0638867C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5333030" y="42349"/>
              <a:ext cx="1264935" cy="1003931"/>
            </a:xfrm>
            <a:prstGeom prst="rect">
              <a:avLst/>
            </a:prstGeom>
          </p:spPr>
        </p:pic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BCFDA823-BB4C-071E-8243-66DEA1FB2565}"/>
                </a:ext>
              </a:extLst>
            </p:cNvPr>
            <p:cNvSpPr txBox="1"/>
            <p:nvPr/>
          </p:nvSpPr>
          <p:spPr>
            <a:xfrm>
              <a:off x="5261639" y="884369"/>
              <a:ext cx="142121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vi-VN">
                  <a:latin typeface="+mj-lt"/>
                </a:rPr>
                <a:t>Người dùng</a:t>
              </a:r>
              <a:endParaRPr lang="en-US">
                <a:latin typeface="+mj-lt"/>
              </a:endParaRPr>
            </a:p>
          </p:txBody>
        </p:sp>
      </p:grp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64FD7EBA-7EE3-D3C7-0711-82AA3FBA6B0A}"/>
              </a:ext>
            </a:extLst>
          </p:cNvPr>
          <p:cNvSpPr/>
          <p:nvPr/>
        </p:nvSpPr>
        <p:spPr>
          <a:xfrm>
            <a:off x="3230880" y="3841973"/>
            <a:ext cx="2453640" cy="874535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Giao diện chat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A2D447F5-D6BF-EE51-5696-41A2E5E6EB71}"/>
              </a:ext>
            </a:extLst>
          </p:cNvPr>
          <p:cNvSpPr/>
          <p:nvPr/>
        </p:nvSpPr>
        <p:spPr>
          <a:xfrm>
            <a:off x="8602980" y="325356"/>
            <a:ext cx="2453640" cy="874535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Truy xuất ngữ cảnh của các lần trò chuyện trước đó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0823B489-FD20-7463-67B4-AD014E669E4E}"/>
              </a:ext>
            </a:extLst>
          </p:cNvPr>
          <p:cNvSpPr/>
          <p:nvPr/>
        </p:nvSpPr>
        <p:spPr>
          <a:xfrm>
            <a:off x="8602980" y="1608029"/>
            <a:ext cx="2453640" cy="874535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Tạo prompt chứa ngữ cảnh cuộc trò chuyện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02C54032-82CE-752D-B8D6-9CADCCB908FB}"/>
              </a:ext>
            </a:extLst>
          </p:cNvPr>
          <p:cNvSpPr/>
          <p:nvPr/>
        </p:nvSpPr>
        <p:spPr>
          <a:xfrm>
            <a:off x="8602980" y="2890702"/>
            <a:ext cx="2453640" cy="874535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Gửi prompt và truy vấn của người dùng đến LLM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D43600C6-CA1C-B945-8F86-C4B94FE02C48}"/>
              </a:ext>
            </a:extLst>
          </p:cNvPr>
          <p:cNvSpPr/>
          <p:nvPr/>
        </p:nvSpPr>
        <p:spPr>
          <a:xfrm>
            <a:off x="8159393" y="4173375"/>
            <a:ext cx="3352800" cy="874535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Lưu truy vấn của người dùng</a:t>
            </a:r>
          </a:p>
          <a:p>
            <a:pPr algn="ctr"/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và phản hồi được sinh ra</a:t>
            </a:r>
          </a:p>
          <a:p>
            <a:pPr algn="ctr"/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vào ngữ cảnh hội thoại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D20EEECC-99C2-04DD-62E8-C175F74DB0B9}"/>
              </a:ext>
            </a:extLst>
          </p:cNvPr>
          <p:cNvSpPr/>
          <p:nvPr/>
        </p:nvSpPr>
        <p:spPr>
          <a:xfrm>
            <a:off x="8602980" y="5454345"/>
            <a:ext cx="2453640" cy="874535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Gửi phản hồi đến người dùng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4EE5273F-A0E6-E986-3008-5B217D85258A}"/>
              </a:ext>
            </a:extLst>
          </p:cNvPr>
          <p:cNvSpPr/>
          <p:nvPr/>
        </p:nvSpPr>
        <p:spPr>
          <a:xfrm>
            <a:off x="3230880" y="325355"/>
            <a:ext cx="2453640" cy="874535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Gửi truy vấn mới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937485D5-4C3F-A79F-4276-9EF8C79023CD}"/>
              </a:ext>
            </a:extLst>
          </p:cNvPr>
          <p:cNvCxnSpPr>
            <a:endCxn id="5" idx="1"/>
          </p:cNvCxnSpPr>
          <p:nvPr/>
        </p:nvCxnSpPr>
        <p:spPr>
          <a:xfrm>
            <a:off x="1958306" y="4279240"/>
            <a:ext cx="1272574" cy="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77FED575-B5A9-7B4C-6FDC-C975275330FB}"/>
              </a:ext>
            </a:extLst>
          </p:cNvPr>
          <p:cNvCxnSpPr>
            <a:cxnSpLocks/>
            <a:stCxn id="5" idx="0"/>
            <a:endCxn id="11" idx="2"/>
          </p:cNvCxnSpPr>
          <p:nvPr/>
        </p:nvCxnSpPr>
        <p:spPr>
          <a:xfrm flipV="1">
            <a:off x="4457700" y="1199890"/>
            <a:ext cx="0" cy="264208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F0156F64-FBE6-DABD-5B66-8E4EEF850344}"/>
              </a:ext>
            </a:extLst>
          </p:cNvPr>
          <p:cNvCxnSpPr>
            <a:cxnSpLocks/>
            <a:stCxn id="11" idx="3"/>
            <a:endCxn id="6" idx="1"/>
          </p:cNvCxnSpPr>
          <p:nvPr/>
        </p:nvCxnSpPr>
        <p:spPr>
          <a:xfrm>
            <a:off x="5684520" y="762623"/>
            <a:ext cx="2918460" cy="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557EDD7E-37A6-0FD6-4EAA-88C4D5F15BC0}"/>
              </a:ext>
            </a:extLst>
          </p:cNvPr>
          <p:cNvCxnSpPr>
            <a:cxnSpLocks/>
            <a:stCxn id="6" idx="2"/>
            <a:endCxn id="7" idx="0"/>
          </p:cNvCxnSpPr>
          <p:nvPr/>
        </p:nvCxnSpPr>
        <p:spPr>
          <a:xfrm>
            <a:off x="9829800" y="1199891"/>
            <a:ext cx="0" cy="40813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FCFBAE7B-86C4-F6D0-74C4-C757A0C87B01}"/>
              </a:ext>
            </a:extLst>
          </p:cNvPr>
          <p:cNvCxnSpPr>
            <a:cxnSpLocks/>
            <a:stCxn id="7" idx="2"/>
            <a:endCxn id="8" idx="0"/>
          </p:cNvCxnSpPr>
          <p:nvPr/>
        </p:nvCxnSpPr>
        <p:spPr>
          <a:xfrm>
            <a:off x="9829800" y="2482564"/>
            <a:ext cx="0" cy="40813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ACC19592-6DBD-5627-3399-1CBA71D55512}"/>
              </a:ext>
            </a:extLst>
          </p:cNvPr>
          <p:cNvCxnSpPr>
            <a:cxnSpLocks/>
            <a:stCxn id="8" idx="2"/>
            <a:endCxn id="9" idx="0"/>
          </p:cNvCxnSpPr>
          <p:nvPr/>
        </p:nvCxnSpPr>
        <p:spPr>
          <a:xfrm>
            <a:off x="9829800" y="3765237"/>
            <a:ext cx="5993" cy="40813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06D5D322-71CB-1139-DC68-03B731AA888D}"/>
              </a:ext>
            </a:extLst>
          </p:cNvPr>
          <p:cNvCxnSpPr>
            <a:cxnSpLocks/>
            <a:stCxn id="9" idx="2"/>
            <a:endCxn id="10" idx="0"/>
          </p:cNvCxnSpPr>
          <p:nvPr/>
        </p:nvCxnSpPr>
        <p:spPr>
          <a:xfrm flipH="1">
            <a:off x="9829800" y="5047910"/>
            <a:ext cx="5993" cy="40643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3" name="Connector: Elbow 32">
            <a:extLst>
              <a:ext uri="{FF2B5EF4-FFF2-40B4-BE49-F238E27FC236}">
                <a16:creationId xmlns:a16="http://schemas.microsoft.com/office/drawing/2014/main" id="{3F3ED029-88E5-1CB2-94B3-1D32D28E135B}"/>
              </a:ext>
            </a:extLst>
          </p:cNvPr>
          <p:cNvCxnSpPr>
            <a:stCxn id="10" idx="1"/>
            <a:endCxn id="5" idx="2"/>
          </p:cNvCxnSpPr>
          <p:nvPr/>
        </p:nvCxnSpPr>
        <p:spPr>
          <a:xfrm rot="10800000">
            <a:off x="4457700" y="4716509"/>
            <a:ext cx="4145280" cy="1175105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4" name="Rectangle 33">
            <a:extLst>
              <a:ext uri="{FF2B5EF4-FFF2-40B4-BE49-F238E27FC236}">
                <a16:creationId xmlns:a16="http://schemas.microsoft.com/office/drawing/2014/main" id="{65C336BD-7A22-40B6-6B08-12161FB5CCC8}"/>
              </a:ext>
            </a:extLst>
          </p:cNvPr>
          <p:cNvSpPr/>
          <p:nvPr/>
        </p:nvSpPr>
        <p:spPr>
          <a:xfrm>
            <a:off x="6507482" y="182880"/>
            <a:ext cx="5349232" cy="6349762"/>
          </a:xfrm>
          <a:prstGeom prst="rect">
            <a:avLst/>
          </a:prstGeom>
          <a:noFill/>
          <a:ln>
            <a:solidFill>
              <a:srgbClr val="FF0000"/>
            </a:solidFill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0B6547D6-03EF-8A55-3773-4540FBC160C1}"/>
              </a:ext>
            </a:extLst>
          </p:cNvPr>
          <p:cNvSpPr txBox="1"/>
          <p:nvPr/>
        </p:nvSpPr>
        <p:spPr>
          <a:xfrm>
            <a:off x="6979920" y="1608029"/>
            <a:ext cx="1037463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Hệ thống</a:t>
            </a:r>
          </a:p>
        </p:txBody>
      </p:sp>
    </p:spTree>
    <p:extLst>
      <p:ext uri="{BB962C8B-B14F-4D97-AF65-F5344CB8AC3E}">
        <p14:creationId xmlns:p14="http://schemas.microsoft.com/office/powerpoint/2010/main" val="421220188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>
            <a:extLst>
              <a:ext uri="{FF2B5EF4-FFF2-40B4-BE49-F238E27FC236}">
                <a16:creationId xmlns:a16="http://schemas.microsoft.com/office/drawing/2014/main" id="{D1F9A03D-A133-BE5E-905F-4926FA7AD192}"/>
              </a:ext>
            </a:extLst>
          </p:cNvPr>
          <p:cNvSpPr/>
          <p:nvPr/>
        </p:nvSpPr>
        <p:spPr>
          <a:xfrm>
            <a:off x="5173980" y="472440"/>
            <a:ext cx="1844040" cy="777240"/>
          </a:xfrm>
          <a:prstGeom prst="ellipse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Bắt đầu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A45711EC-4701-1DA9-E3E0-B62D9A39BB28}"/>
              </a:ext>
            </a:extLst>
          </p:cNvPr>
          <p:cNvSpPr/>
          <p:nvPr/>
        </p:nvSpPr>
        <p:spPr>
          <a:xfrm>
            <a:off x="4511040" y="1973580"/>
            <a:ext cx="3169920" cy="777240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Người dùng gửi</a:t>
            </a:r>
          </a:p>
          <a:p>
            <a:pPr algn="ctr"/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một truy vấn mới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B94077CE-F070-6D77-B4F3-60A9F598BB3B}"/>
              </a:ext>
            </a:extLst>
          </p:cNvPr>
          <p:cNvSpPr/>
          <p:nvPr/>
        </p:nvSpPr>
        <p:spPr>
          <a:xfrm>
            <a:off x="410900" y="2750820"/>
            <a:ext cx="3169920" cy="784860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Truy xuất ngữ cảnh của các lần trò chuyện trước đó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98F1F850-8F2C-A55E-BBAE-914DC0AF2379}"/>
              </a:ext>
            </a:extLst>
          </p:cNvPr>
          <p:cNvSpPr/>
          <p:nvPr/>
        </p:nvSpPr>
        <p:spPr>
          <a:xfrm>
            <a:off x="4511040" y="3535680"/>
            <a:ext cx="3169920" cy="777240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Tạo prompt về </a:t>
            </a:r>
          </a:p>
          <a:p>
            <a:pPr algn="ctr"/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ngữ cảnh cuộc trò chuyện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51354A01-C876-E99B-D6F5-5D69947C24FE}"/>
              </a:ext>
            </a:extLst>
          </p:cNvPr>
          <p:cNvSpPr/>
          <p:nvPr/>
        </p:nvSpPr>
        <p:spPr>
          <a:xfrm>
            <a:off x="4511040" y="5280660"/>
            <a:ext cx="3169920" cy="777240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Gửi prompt ngữ cảnh</a:t>
            </a:r>
          </a:p>
          <a:p>
            <a:pPr algn="ctr"/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cuộc trò chuyện đến LLM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B2BC939C-6FE9-DD51-9094-30F144640FBD}"/>
              </a:ext>
            </a:extLst>
          </p:cNvPr>
          <p:cNvSpPr/>
          <p:nvPr/>
        </p:nvSpPr>
        <p:spPr>
          <a:xfrm>
            <a:off x="8786440" y="5280660"/>
            <a:ext cx="3169920" cy="777240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LLM sinh ra phản hồi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79D2E3A1-DF88-BF38-01CF-B70EEA7AF35B}"/>
              </a:ext>
            </a:extLst>
          </p:cNvPr>
          <p:cNvSpPr/>
          <p:nvPr/>
        </p:nvSpPr>
        <p:spPr>
          <a:xfrm>
            <a:off x="8786440" y="3352800"/>
            <a:ext cx="3169920" cy="1143000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Lưu truy vấn và phản hồi để truy xuất cho các lần trò chuyện tiếp theo</a:t>
            </a: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AA9CC6A9-E2DD-CF25-1752-6F130EB97E7A}"/>
              </a:ext>
            </a:extLst>
          </p:cNvPr>
          <p:cNvSpPr/>
          <p:nvPr/>
        </p:nvSpPr>
        <p:spPr>
          <a:xfrm>
            <a:off x="9449380" y="1973580"/>
            <a:ext cx="1844040" cy="777240"/>
          </a:xfrm>
          <a:prstGeom prst="ellipse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Kết thúc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869DB297-C82C-04D4-BAF8-DC619830AA73}"/>
              </a:ext>
            </a:extLst>
          </p:cNvPr>
          <p:cNvCxnSpPr>
            <a:stCxn id="2" idx="4"/>
            <a:endCxn id="3" idx="0"/>
          </p:cNvCxnSpPr>
          <p:nvPr/>
        </p:nvCxnSpPr>
        <p:spPr>
          <a:xfrm>
            <a:off x="6096000" y="1249680"/>
            <a:ext cx="0" cy="7239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5CCCD291-3C38-6ECF-75B6-AD1C2AB293B4}"/>
              </a:ext>
            </a:extLst>
          </p:cNvPr>
          <p:cNvCxnSpPr>
            <a:stCxn id="3" idx="2"/>
            <a:endCxn id="5" idx="0"/>
          </p:cNvCxnSpPr>
          <p:nvPr/>
        </p:nvCxnSpPr>
        <p:spPr>
          <a:xfrm>
            <a:off x="6096000" y="2750820"/>
            <a:ext cx="0" cy="78486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98D0300A-B310-AAD8-9C0E-97CEC24EA085}"/>
              </a:ext>
            </a:extLst>
          </p:cNvPr>
          <p:cNvCxnSpPr>
            <a:stCxn id="5" idx="2"/>
            <a:endCxn id="6" idx="0"/>
          </p:cNvCxnSpPr>
          <p:nvPr/>
        </p:nvCxnSpPr>
        <p:spPr>
          <a:xfrm>
            <a:off x="6096000" y="4312920"/>
            <a:ext cx="0" cy="96774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B2CECBBB-2BE4-B906-E80B-E9D5E321BD48}"/>
              </a:ext>
            </a:extLst>
          </p:cNvPr>
          <p:cNvCxnSpPr>
            <a:stCxn id="6" idx="3"/>
            <a:endCxn id="7" idx="1"/>
          </p:cNvCxnSpPr>
          <p:nvPr/>
        </p:nvCxnSpPr>
        <p:spPr>
          <a:xfrm>
            <a:off x="7680960" y="5669280"/>
            <a:ext cx="110548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7938B7A0-4D13-47DD-9D00-645303EF7845}"/>
              </a:ext>
            </a:extLst>
          </p:cNvPr>
          <p:cNvCxnSpPr>
            <a:stCxn id="7" idx="0"/>
            <a:endCxn id="8" idx="2"/>
          </p:cNvCxnSpPr>
          <p:nvPr/>
        </p:nvCxnSpPr>
        <p:spPr>
          <a:xfrm flipV="1">
            <a:off x="10371400" y="4495800"/>
            <a:ext cx="0" cy="78486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2852821B-65BE-2306-1A7A-3463BAB5D4AA}"/>
              </a:ext>
            </a:extLst>
          </p:cNvPr>
          <p:cNvCxnSpPr>
            <a:stCxn id="8" idx="0"/>
            <a:endCxn id="9" idx="4"/>
          </p:cNvCxnSpPr>
          <p:nvPr/>
        </p:nvCxnSpPr>
        <p:spPr>
          <a:xfrm flipV="1">
            <a:off x="10371400" y="2750820"/>
            <a:ext cx="0" cy="60198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" name="Connector: Elbow 22">
            <a:extLst>
              <a:ext uri="{FF2B5EF4-FFF2-40B4-BE49-F238E27FC236}">
                <a16:creationId xmlns:a16="http://schemas.microsoft.com/office/drawing/2014/main" id="{FA6C5239-DAD3-33C8-2206-5E10C678670C}"/>
              </a:ext>
            </a:extLst>
          </p:cNvPr>
          <p:cNvCxnSpPr>
            <a:stCxn id="3" idx="1"/>
            <a:endCxn id="4" idx="0"/>
          </p:cNvCxnSpPr>
          <p:nvPr/>
        </p:nvCxnSpPr>
        <p:spPr>
          <a:xfrm rot="10800000" flipV="1">
            <a:off x="1995860" y="2362200"/>
            <a:ext cx="2515180" cy="388620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5" name="Connector: Elbow 24">
            <a:extLst>
              <a:ext uri="{FF2B5EF4-FFF2-40B4-BE49-F238E27FC236}">
                <a16:creationId xmlns:a16="http://schemas.microsoft.com/office/drawing/2014/main" id="{5C2F3936-BEF5-5387-57F2-6A28A1653566}"/>
              </a:ext>
            </a:extLst>
          </p:cNvPr>
          <p:cNvCxnSpPr>
            <a:stCxn id="4" idx="2"/>
            <a:endCxn id="5" idx="1"/>
          </p:cNvCxnSpPr>
          <p:nvPr/>
        </p:nvCxnSpPr>
        <p:spPr>
          <a:xfrm rot="16200000" flipH="1">
            <a:off x="3059140" y="2472400"/>
            <a:ext cx="388620" cy="2515180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F9D756F0-2651-6D4F-6EA0-C3F6B5358A8C}"/>
              </a:ext>
            </a:extLst>
          </p:cNvPr>
          <p:cNvSpPr txBox="1"/>
          <p:nvPr/>
        </p:nvSpPr>
        <p:spPr>
          <a:xfrm>
            <a:off x="6096000" y="1249679"/>
            <a:ext cx="4539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(1)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C5DE8007-3427-2872-00D0-21B9F00D6BC9}"/>
              </a:ext>
            </a:extLst>
          </p:cNvPr>
          <p:cNvSpPr txBox="1"/>
          <p:nvPr/>
        </p:nvSpPr>
        <p:spPr>
          <a:xfrm>
            <a:off x="6114260" y="2750820"/>
            <a:ext cx="6206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(2A)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AAF32708-7FE3-B75E-4064-D84034B58EF8}"/>
              </a:ext>
            </a:extLst>
          </p:cNvPr>
          <p:cNvSpPr txBox="1"/>
          <p:nvPr/>
        </p:nvSpPr>
        <p:spPr>
          <a:xfrm>
            <a:off x="3932035" y="2362199"/>
            <a:ext cx="6078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(2B)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9F738B39-F32C-9923-B8A0-5ECDC80236DB}"/>
              </a:ext>
            </a:extLst>
          </p:cNvPr>
          <p:cNvSpPr txBox="1"/>
          <p:nvPr/>
        </p:nvSpPr>
        <p:spPr>
          <a:xfrm>
            <a:off x="1995860" y="3547347"/>
            <a:ext cx="7809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(2B.1)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31C81094-E0F8-BD3C-09ED-86B6960531C6}"/>
              </a:ext>
            </a:extLst>
          </p:cNvPr>
          <p:cNvSpPr txBox="1"/>
          <p:nvPr/>
        </p:nvSpPr>
        <p:spPr>
          <a:xfrm>
            <a:off x="6114260" y="4311134"/>
            <a:ext cx="4539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(3)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751F22D1-043A-2EF9-A1FF-C15D0ADB770D}"/>
              </a:ext>
            </a:extLst>
          </p:cNvPr>
          <p:cNvSpPr txBox="1"/>
          <p:nvPr/>
        </p:nvSpPr>
        <p:spPr>
          <a:xfrm>
            <a:off x="7680960" y="5669280"/>
            <a:ext cx="4539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(4)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EF0490C2-1BBA-478B-3D53-97E054C432B6}"/>
              </a:ext>
            </a:extLst>
          </p:cNvPr>
          <p:cNvSpPr txBox="1"/>
          <p:nvPr/>
        </p:nvSpPr>
        <p:spPr>
          <a:xfrm>
            <a:off x="10371400" y="4913114"/>
            <a:ext cx="4539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(5)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67B727BD-535D-ECDB-BF89-0CB6E2362669}"/>
              </a:ext>
            </a:extLst>
          </p:cNvPr>
          <p:cNvSpPr txBox="1"/>
          <p:nvPr/>
        </p:nvSpPr>
        <p:spPr>
          <a:xfrm>
            <a:off x="10371400" y="2984361"/>
            <a:ext cx="4539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(6)</a:t>
            </a:r>
          </a:p>
        </p:txBody>
      </p:sp>
    </p:spTree>
    <p:extLst>
      <p:ext uri="{BB962C8B-B14F-4D97-AF65-F5344CB8AC3E}">
        <p14:creationId xmlns:p14="http://schemas.microsoft.com/office/powerpoint/2010/main" val="48495433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5821577-64B6-E0C7-06AB-59F7A458475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3675" y="1"/>
            <a:ext cx="11048325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6733442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1362</TotalTime>
  <Words>1559</Words>
  <Application>Microsoft Office PowerPoint</Application>
  <PresentationFormat>Widescreen</PresentationFormat>
  <Paragraphs>342</Paragraphs>
  <Slides>22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7" baseType="lpstr">
      <vt:lpstr>Aptos</vt:lpstr>
      <vt:lpstr>Aptos Display</vt:lpstr>
      <vt:lpstr>Arial</vt:lpstr>
      <vt:lpstr>Times New Roman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Úc Ngô Văn</dc:creator>
  <cp:lastModifiedBy>trung lee vieet</cp:lastModifiedBy>
  <cp:revision>545</cp:revision>
  <dcterms:created xsi:type="dcterms:W3CDTF">2025-05-23T12:28:00Z</dcterms:created>
  <dcterms:modified xsi:type="dcterms:W3CDTF">2025-05-28T11:46:32Z</dcterms:modified>
</cp:coreProperties>
</file>