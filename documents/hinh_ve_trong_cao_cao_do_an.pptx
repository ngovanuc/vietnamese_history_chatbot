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64" r:id="rId3"/>
    <p:sldId id="265" r:id="rId4"/>
    <p:sldId id="261" r:id="rId5"/>
    <p:sldId id="266" r:id="rId6"/>
    <p:sldId id="267" r:id="rId7"/>
    <p:sldId id="260" r:id="rId8"/>
    <p:sldId id="262" r:id="rId9"/>
    <p:sldId id="269" r:id="rId10"/>
    <p:sldId id="268" r:id="rId11"/>
    <p:sldId id="272" r:id="rId12"/>
    <p:sldId id="27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 varScale="1">
        <p:scale>
          <a:sx n="63" d="100"/>
          <a:sy n="63" d="100"/>
        </p:scale>
        <p:origin x="27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biểu đồ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biểu đồ 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biểu đồ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</TotalTime>
  <Words>936</Words>
  <Application>Microsoft Office PowerPoint</Application>
  <PresentationFormat>Widescreen</PresentationFormat>
  <Paragraphs>215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519</cp:revision>
  <dcterms:created xsi:type="dcterms:W3CDTF">2025-05-23T12:28:00Z</dcterms:created>
  <dcterms:modified xsi:type="dcterms:W3CDTF">2025-05-28T04:14:14Z</dcterms:modified>
</cp:coreProperties>
</file>