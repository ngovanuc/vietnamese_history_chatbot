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3" r:id="rId2"/>
    <p:sldId id="264" r:id="rId3"/>
    <p:sldId id="282" r:id="rId4"/>
    <p:sldId id="287" r:id="rId5"/>
    <p:sldId id="283" r:id="rId6"/>
    <p:sldId id="284" r:id="rId7"/>
    <p:sldId id="286" r:id="rId8"/>
    <p:sldId id="285" r:id="rId9"/>
    <p:sldId id="288" r:id="rId10"/>
    <p:sldId id="289" r:id="rId11"/>
    <p:sldId id="290" r:id="rId12"/>
    <p:sldId id="291" r:id="rId13"/>
    <p:sldId id="265" r:id="rId14"/>
    <p:sldId id="281" r:id="rId15"/>
    <p:sldId id="261" r:id="rId16"/>
    <p:sldId id="266" r:id="rId17"/>
    <p:sldId id="267" r:id="rId18"/>
    <p:sldId id="260" r:id="rId19"/>
    <p:sldId id="262" r:id="rId20"/>
    <p:sldId id="269" r:id="rId21"/>
    <p:sldId id="268" r:id="rId22"/>
    <p:sldId id="272" r:id="rId23"/>
    <p:sldId id="271" r:id="rId24"/>
    <p:sldId id="274" r:id="rId25"/>
    <p:sldId id="273" r:id="rId26"/>
    <p:sldId id="276" r:id="rId27"/>
    <p:sldId id="275" r:id="rId28"/>
    <p:sldId id="278" r:id="rId29"/>
    <p:sldId id="277" r:id="rId30"/>
    <p:sldId id="280" r:id="rId31"/>
    <p:sldId id="279" r:id="rId32"/>
    <p:sldId id="294" r:id="rId33"/>
    <p:sldId id="295" r:id="rId34"/>
    <p:sldId id="292" r:id="rId35"/>
    <p:sldId id="293" r:id="rId36"/>
    <p:sldId id="27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EC4EA"/>
    <a:srgbClr val="7AA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79" autoAdjust="0"/>
  </p:normalViewPr>
  <p:slideViewPr>
    <p:cSldViewPr snapToGrid="0">
      <p:cViewPr varScale="1">
        <p:scale>
          <a:sx n="58" d="100"/>
          <a:sy n="58" d="100"/>
        </p:scale>
        <p:origin x="11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9B688-3183-4F5A-8B47-70F70E2DF15B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F4E64-33AD-4E03-A94E-822473CE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0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Timeline lược sử về NLP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6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Hình minh họa các tác vụ NLP phổ biến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56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Lược sử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8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Các tác vụ nlp phổ biến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26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Giới thiệu 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55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Ứng dụng 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52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Học sâu là một phân vùng của học máy, chuyên về các mạng neural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22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Ung dung RNN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54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Giới thiệu Transformer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65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 ta tokenization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17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Minh hoa cau truc RAG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0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Minh hoạ phát biểu bài toán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37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Mô tả phát biểu bài toán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76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Biểu đồ phương pháp đề xuất từ đầu tới cuối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67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Các bước thu thập dữ liệu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88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Các bước tiền xử lý dữ liệu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66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Minh họa tại sao phải đánh giá các mô hình embedding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037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Biểu đồ usecase đăng ký/đăng nhập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83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chức năng đăng nhập – đăng ký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53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use case chức năng người dùng cài đặt tùy chọn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682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chức năng người dùng cài đặt tùy chọn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09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use case chức năng khởi tạo starter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918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chức năng của chức năng khởi tạo starter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399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usecase của chức năng trò chuyện văn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545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chức năng của chức năng trò chuyện văn bản.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720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use case chức năng trò chuyện âm thanh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265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chức năng của chức năng trò chuyện âm thanh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761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use case chức năng tăng cường trí nhớ hội thoại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963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Biểu đồ chức năng của chức năng tăng cường trí nhớ hội thoại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47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Bieu do chuc nang quan ly hanh vi nguoi 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460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Cau truc prompt khoi tao starter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835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Cau truc prompt tro chuyen voi nguoi 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715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Cau truc prompt trich xuat thong 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521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F4E64-33AD-4E03-A94E-822473CE3B4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4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8912-86F2-F9F0-00D3-990E0B754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113A2-A0A7-B188-7501-24DAD1C70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9CCA3-C8F8-59A8-896E-8F81F45B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921C3-8091-F0A5-217C-2B4CF793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98E6-AC1B-C042-A86D-2CDA93F4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7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EA97-63A1-E6EE-C033-79107652C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C918F-1E53-773B-915C-EB50A950C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64DD9-9B7B-ED0F-5AD1-F1E240F21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AC0C4-0AFA-30E5-3867-A6C30370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D7F20-4B6C-A796-DE93-D3498ED3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4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FB530-8D97-C682-200C-B82389A6F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E48CB-E3D0-3F6B-51AA-695B78778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7A2CF-8223-607E-FAD4-0FE7F4EA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CF7E-EDFD-63DD-DF7C-06918EE55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41494-1C6C-8D6D-0D1B-AB72B96E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3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67DBE-5C24-BAEE-2510-7FB8F218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1556E-BBCB-C168-E051-5560F81BE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091E1-59D0-9DA3-D74D-C3F3779A4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3CC07-69A7-5A64-5D70-F8A70B0E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9205C-D24C-55AE-18CF-6ED3F97B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33A4F-B594-ACB3-453B-D3E23FF9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D283-E85A-3282-15DF-247A7B26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7CA19-187C-A5E8-BC3E-BD997BE90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89F4C-C304-0EFD-967B-DFC777174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8BE78-3FF5-F381-601A-DFC0C216D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7A8C23-94E5-BBCF-66F0-1AC1341CD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D67A2-BA88-1C47-A4F1-55CFC8A43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7164F-3659-A8D8-23A1-FDF68351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2B98E-C056-4234-E54B-F2681D60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3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ADD8A-9D6B-CBFD-B738-09658CF1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BA658-0076-E468-FB6F-4C30276B2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30A00-A54D-BEE2-C528-E15E28E7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A0B25-13F9-8AF6-2E65-226AE92E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9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F404E-8DA5-F200-9821-22186054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AEEC9-BF2E-B4E6-BF97-C1EE6E718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CBD3E-C3AA-4936-1142-7A0FC5FD8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71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6A5B-3398-8830-9034-521E5C1D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41C90-ACFC-9213-D50D-5AEC48679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36A73-460C-5C7D-E7FB-15E18CDE6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1F0BE-1658-A687-E90E-C7B5376D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01CCF-DE5B-8907-3CDF-9DFD543D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6A6F0-9D3B-F27F-A230-1BCF404A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8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E088-D236-5AA4-2D05-C930E96F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7473F-786D-679D-F2EA-5A34B7B87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F35B4-1A19-9F01-C805-BDAF2AB2B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E30A4-387B-BFBD-38E0-B80918BA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3D2BE-6D80-AFFA-4784-4ECB16A5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9A9E8-E1BE-6D64-55F5-126A1C8F5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13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9B8B-7540-5544-DD63-0551D902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29DB5-807D-FEC5-B64E-38B3DCC92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71F61-FE4D-68AB-8083-EBFD3DA0F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19EE-31E7-4A27-E40C-ABAB6C22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0F318-AD70-3876-F866-F1A194989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2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68D4C2-7177-75A2-B78A-BB0DB552B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4754C-76DD-7D90-5C63-BFF663E46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A031-C4DC-4E2B-31FF-07ABB157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9EF5-1F09-E28D-CF5A-20D9DD64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5D9F2-C84E-E8E4-6B4C-69A45C00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3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709FE-8CA2-1CDF-E3A4-62253527A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A3EAC-A920-E5C2-E1FB-AF2B580BF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D1692-CBA2-55EE-6F3E-2107F2BB7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4BF1E-CB95-4284-9B4D-720351FD538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659BD-E0A4-2DDC-2EE2-DDF5077B3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6862B-1C71-34CC-AC63-A8F8BD93D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F6B3E-26FC-44DD-8368-BB9239BA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57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71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BF574DC0-215B-48ED-23AA-1F3565E20D8F}"/>
              </a:ext>
            </a:extLst>
          </p:cNvPr>
          <p:cNvSpPr/>
          <p:nvPr/>
        </p:nvSpPr>
        <p:spPr>
          <a:xfrm>
            <a:off x="1386840" y="1524000"/>
            <a:ext cx="1143000" cy="1143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1950s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DBB77B-535F-4089-B76E-BFA033806E9C}"/>
              </a:ext>
            </a:extLst>
          </p:cNvPr>
          <p:cNvSpPr/>
          <p:nvPr/>
        </p:nvSpPr>
        <p:spPr>
          <a:xfrm>
            <a:off x="1386840" y="3794760"/>
            <a:ext cx="1143000" cy="1143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1990s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50044C-6551-8881-EC96-7D0DC87732D2}"/>
              </a:ext>
            </a:extLst>
          </p:cNvPr>
          <p:cNvSpPr/>
          <p:nvPr/>
        </p:nvSpPr>
        <p:spPr>
          <a:xfrm>
            <a:off x="4191001" y="1524000"/>
            <a:ext cx="1143000" cy="1143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1960s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97AB4A-2820-F0EB-3EAE-A64CE336591C}"/>
              </a:ext>
            </a:extLst>
          </p:cNvPr>
          <p:cNvSpPr/>
          <p:nvPr/>
        </p:nvSpPr>
        <p:spPr>
          <a:xfrm>
            <a:off x="6858000" y="1524000"/>
            <a:ext cx="1143000" cy="1143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1970s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237A56-07D0-929A-7D9E-E55B4D005A80}"/>
              </a:ext>
            </a:extLst>
          </p:cNvPr>
          <p:cNvSpPr/>
          <p:nvPr/>
        </p:nvSpPr>
        <p:spPr>
          <a:xfrm>
            <a:off x="9662160" y="1524000"/>
            <a:ext cx="1143000" cy="1143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1980s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8D7D1-8E27-B34A-CE48-356FCCFCC7AA}"/>
              </a:ext>
            </a:extLst>
          </p:cNvPr>
          <p:cNvSpPr txBox="1"/>
          <p:nvPr/>
        </p:nvSpPr>
        <p:spPr>
          <a:xfrm>
            <a:off x="993971" y="488573"/>
            <a:ext cx="1928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Turing Test,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 cú pháp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5BE0B0-0BA8-0F0F-8D4B-39DE05E5955A}"/>
              </a:ext>
            </a:extLst>
          </p:cNvPr>
          <p:cNvSpPr txBox="1"/>
          <p:nvPr/>
        </p:nvSpPr>
        <p:spPr>
          <a:xfrm>
            <a:off x="3621003" y="485001"/>
            <a:ext cx="2282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Lý thuyết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 khái niệm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52FB9B-377E-05DB-6884-932328BFEBD7}"/>
              </a:ext>
            </a:extLst>
          </p:cNvPr>
          <p:cNvSpPr txBox="1"/>
          <p:nvPr/>
        </p:nvSpPr>
        <p:spPr>
          <a:xfrm>
            <a:off x="6412237" y="485001"/>
            <a:ext cx="20345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Mạng chuyển tiếp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tăng cường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6571A-1FAB-2702-8C51-30BD9ADFD5D6}"/>
              </a:ext>
            </a:extLst>
          </p:cNvPr>
          <p:cNvSpPr txBox="1"/>
          <p:nvPr/>
        </p:nvSpPr>
        <p:spPr>
          <a:xfrm>
            <a:off x="9014416" y="485001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Thời kỳ cực thịnh của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NLP bằng quy tắc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295EF8-E052-2B5D-17BD-CA46F19B792E}"/>
              </a:ext>
            </a:extLst>
          </p:cNvPr>
          <p:cNvSpPr txBox="1"/>
          <p:nvPr/>
        </p:nvSpPr>
        <p:spPr>
          <a:xfrm>
            <a:off x="800808" y="5330428"/>
            <a:ext cx="23150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ML ra đời,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Bắt đầu thời kỳ NLP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bằng thống kê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B33D05-7FEB-80C9-375A-653135838057}"/>
              </a:ext>
            </a:extLst>
          </p:cNvPr>
          <p:cNvSpPr/>
          <p:nvPr/>
        </p:nvSpPr>
        <p:spPr>
          <a:xfrm>
            <a:off x="4191001" y="3794760"/>
            <a:ext cx="1143000" cy="1143000"/>
          </a:xfrm>
          <a:prstGeom prst="ellipse">
            <a:avLst/>
          </a:prstGeom>
          <a:solidFill>
            <a:srgbClr val="7AAEE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447D9F-F246-21EB-86F6-A408815914DE}"/>
              </a:ext>
            </a:extLst>
          </p:cNvPr>
          <p:cNvSpPr txBox="1"/>
          <p:nvPr/>
        </p:nvSpPr>
        <p:spPr>
          <a:xfrm>
            <a:off x="3511201" y="5468927"/>
            <a:ext cx="25026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Các nghiên cứu về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mô hình hóa ngôn ngữ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BD1FE6-7647-47CA-6BFA-D0D5B0754FD8}"/>
              </a:ext>
            </a:extLst>
          </p:cNvPr>
          <p:cNvSpPr/>
          <p:nvPr/>
        </p:nvSpPr>
        <p:spPr>
          <a:xfrm>
            <a:off x="6858000" y="3794760"/>
            <a:ext cx="1143000" cy="1143000"/>
          </a:xfrm>
          <a:prstGeom prst="ellipse">
            <a:avLst/>
          </a:prstGeom>
          <a:solidFill>
            <a:srgbClr val="9EC4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2010s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856C49-CBD0-5902-FEF3-F47006DB8EF9}"/>
              </a:ext>
            </a:extLst>
          </p:cNvPr>
          <p:cNvSpPr txBox="1"/>
          <p:nvPr/>
        </p:nvSpPr>
        <p:spPr>
          <a:xfrm>
            <a:off x="5917051" y="5334000"/>
            <a:ext cx="3020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Thời kỳ của NLP bằng NN,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với sự xuất hiện của 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và LLM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624BFE3-701C-4A9E-697A-FCE1FD9FD982}"/>
              </a:ext>
            </a:extLst>
          </p:cNvPr>
          <p:cNvSpPr/>
          <p:nvPr/>
        </p:nvSpPr>
        <p:spPr>
          <a:xfrm>
            <a:off x="2529840" y="1916668"/>
            <a:ext cx="1661160" cy="369332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815258A-E4E2-26AE-F17A-273874F8C65C}"/>
              </a:ext>
            </a:extLst>
          </p:cNvPr>
          <p:cNvSpPr/>
          <p:nvPr/>
        </p:nvSpPr>
        <p:spPr>
          <a:xfrm>
            <a:off x="2523685" y="4187428"/>
            <a:ext cx="1661160" cy="369332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D628C27-59A8-86ED-D0A3-C2019502449F}"/>
              </a:ext>
            </a:extLst>
          </p:cNvPr>
          <p:cNvSpPr/>
          <p:nvPr/>
        </p:nvSpPr>
        <p:spPr>
          <a:xfrm>
            <a:off x="5334000" y="1916668"/>
            <a:ext cx="1524000" cy="36933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86DEDC4-555B-4548-145D-804508D68877}"/>
              </a:ext>
            </a:extLst>
          </p:cNvPr>
          <p:cNvSpPr/>
          <p:nvPr/>
        </p:nvSpPr>
        <p:spPr>
          <a:xfrm>
            <a:off x="8001000" y="1909048"/>
            <a:ext cx="1661160" cy="3693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6146025-FEC2-5234-8A7C-28F510BF8A46}"/>
              </a:ext>
            </a:extLst>
          </p:cNvPr>
          <p:cNvSpPr/>
          <p:nvPr/>
        </p:nvSpPr>
        <p:spPr>
          <a:xfrm>
            <a:off x="10805160" y="1916305"/>
            <a:ext cx="1143000" cy="3693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D69BAA2-19FA-A04F-0CB1-F2C8BCA6EAD6}"/>
              </a:ext>
            </a:extLst>
          </p:cNvPr>
          <p:cNvSpPr/>
          <p:nvPr/>
        </p:nvSpPr>
        <p:spPr>
          <a:xfrm>
            <a:off x="243839" y="1909048"/>
            <a:ext cx="1143000" cy="369332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F77EACA-97CE-BF7C-CF4C-AC50DC6B7153}"/>
              </a:ext>
            </a:extLst>
          </p:cNvPr>
          <p:cNvSpPr/>
          <p:nvPr/>
        </p:nvSpPr>
        <p:spPr>
          <a:xfrm>
            <a:off x="237684" y="4181594"/>
            <a:ext cx="1143000" cy="3693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71566E5-BFE1-A958-0DA6-1D2BA1E7D6C0}"/>
              </a:ext>
            </a:extLst>
          </p:cNvPr>
          <p:cNvSpPr/>
          <p:nvPr/>
        </p:nvSpPr>
        <p:spPr>
          <a:xfrm>
            <a:off x="5334000" y="4181594"/>
            <a:ext cx="1524000" cy="369332"/>
          </a:xfrm>
          <a:prstGeom prst="rightArrow">
            <a:avLst/>
          </a:prstGeom>
          <a:solidFill>
            <a:srgbClr val="7AAEE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0EDAA08-1DAB-76A2-809B-374B8BAAD0E2}"/>
              </a:ext>
            </a:extLst>
          </p:cNvPr>
          <p:cNvSpPr/>
          <p:nvPr/>
        </p:nvSpPr>
        <p:spPr>
          <a:xfrm>
            <a:off x="8001000" y="4181594"/>
            <a:ext cx="1661160" cy="369332"/>
          </a:xfrm>
          <a:prstGeom prst="rightArrow">
            <a:avLst/>
          </a:prstGeom>
          <a:solidFill>
            <a:srgbClr val="9EC4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9634A4D-FD13-D49B-72B2-572DDFE45C56}"/>
              </a:ext>
            </a:extLst>
          </p:cNvPr>
          <p:cNvCxnSpPr>
            <a:stCxn id="3" idx="0"/>
            <a:endCxn id="10" idx="2"/>
          </p:cNvCxnSpPr>
          <p:nvPr/>
        </p:nvCxnSpPr>
        <p:spPr>
          <a:xfrm flipH="1" flipV="1">
            <a:off x="1958338" y="1196459"/>
            <a:ext cx="2" cy="3275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75603E4-52F5-68FE-A597-AD779570C6C8}"/>
              </a:ext>
            </a:extLst>
          </p:cNvPr>
          <p:cNvCxnSpPr>
            <a:cxnSpLocks/>
          </p:cNvCxnSpPr>
          <p:nvPr/>
        </p:nvCxnSpPr>
        <p:spPr>
          <a:xfrm>
            <a:off x="984353" y="1131332"/>
            <a:ext cx="1947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0F3003F-6C8B-A0F9-DAA6-BC4C6CE3B4F3}"/>
              </a:ext>
            </a:extLst>
          </p:cNvPr>
          <p:cNvCxnSpPr/>
          <p:nvPr/>
        </p:nvCxnSpPr>
        <p:spPr>
          <a:xfrm flipH="1" flipV="1">
            <a:off x="4764700" y="1134904"/>
            <a:ext cx="2" cy="38909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B7CEC74-381E-499D-095E-6292F83DFA0B}"/>
              </a:ext>
            </a:extLst>
          </p:cNvPr>
          <p:cNvCxnSpPr>
            <a:cxnSpLocks/>
          </p:cNvCxnSpPr>
          <p:nvPr/>
        </p:nvCxnSpPr>
        <p:spPr>
          <a:xfrm>
            <a:off x="3790715" y="1131332"/>
            <a:ext cx="1947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68A8C7-2987-358D-EAE1-0A1AE0507A29}"/>
              </a:ext>
            </a:extLst>
          </p:cNvPr>
          <p:cNvCxnSpPr/>
          <p:nvPr/>
        </p:nvCxnSpPr>
        <p:spPr>
          <a:xfrm flipH="1" flipV="1">
            <a:off x="7427300" y="1134904"/>
            <a:ext cx="2" cy="38909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4A08671-B083-3E46-2278-3997B2CC7B95}"/>
              </a:ext>
            </a:extLst>
          </p:cNvPr>
          <p:cNvCxnSpPr>
            <a:cxnSpLocks/>
          </p:cNvCxnSpPr>
          <p:nvPr/>
        </p:nvCxnSpPr>
        <p:spPr>
          <a:xfrm>
            <a:off x="6453315" y="1131332"/>
            <a:ext cx="1947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6E6FDB7-7153-AE9D-AE0F-E270C09569EC}"/>
              </a:ext>
            </a:extLst>
          </p:cNvPr>
          <p:cNvCxnSpPr/>
          <p:nvPr/>
        </p:nvCxnSpPr>
        <p:spPr>
          <a:xfrm flipH="1" flipV="1">
            <a:off x="10240442" y="1134904"/>
            <a:ext cx="2" cy="38909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C90C07F-6992-9A8B-147F-E767A352DB9C}"/>
              </a:ext>
            </a:extLst>
          </p:cNvPr>
          <p:cNvCxnSpPr>
            <a:cxnSpLocks/>
          </p:cNvCxnSpPr>
          <p:nvPr/>
        </p:nvCxnSpPr>
        <p:spPr>
          <a:xfrm>
            <a:off x="9266457" y="1131332"/>
            <a:ext cx="1947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E2FF3A-0D40-0F55-BC5C-FEB0B7791C3F}"/>
              </a:ext>
            </a:extLst>
          </p:cNvPr>
          <p:cNvCxnSpPr/>
          <p:nvPr/>
        </p:nvCxnSpPr>
        <p:spPr>
          <a:xfrm flipH="1" flipV="1">
            <a:off x="4764700" y="4937760"/>
            <a:ext cx="2" cy="38909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053E920-9D59-0F58-AC67-D784994DB612}"/>
              </a:ext>
            </a:extLst>
          </p:cNvPr>
          <p:cNvCxnSpPr>
            <a:cxnSpLocks/>
          </p:cNvCxnSpPr>
          <p:nvPr/>
        </p:nvCxnSpPr>
        <p:spPr>
          <a:xfrm>
            <a:off x="3790718" y="5326856"/>
            <a:ext cx="1947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7F04FE5-0C1F-4A2F-8880-FE15DA9D13D7}"/>
              </a:ext>
            </a:extLst>
          </p:cNvPr>
          <p:cNvCxnSpPr/>
          <p:nvPr/>
        </p:nvCxnSpPr>
        <p:spPr>
          <a:xfrm flipH="1" flipV="1">
            <a:off x="1958338" y="4937760"/>
            <a:ext cx="2" cy="38909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55FA3C-8D97-1810-0816-618447AE5120}"/>
              </a:ext>
            </a:extLst>
          </p:cNvPr>
          <p:cNvCxnSpPr>
            <a:cxnSpLocks/>
          </p:cNvCxnSpPr>
          <p:nvPr/>
        </p:nvCxnSpPr>
        <p:spPr>
          <a:xfrm>
            <a:off x="984356" y="5326856"/>
            <a:ext cx="1947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88F4C1B-086A-F0D0-8A45-DB6E5AD367EC}"/>
              </a:ext>
            </a:extLst>
          </p:cNvPr>
          <p:cNvCxnSpPr/>
          <p:nvPr/>
        </p:nvCxnSpPr>
        <p:spPr>
          <a:xfrm flipH="1" flipV="1">
            <a:off x="7427300" y="4937760"/>
            <a:ext cx="2" cy="38909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FE2DDB-017E-45E9-451B-407FAF94E5B2}"/>
              </a:ext>
            </a:extLst>
          </p:cNvPr>
          <p:cNvCxnSpPr>
            <a:cxnSpLocks/>
          </p:cNvCxnSpPr>
          <p:nvPr/>
        </p:nvCxnSpPr>
        <p:spPr>
          <a:xfrm>
            <a:off x="6453318" y="5326856"/>
            <a:ext cx="1947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65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4E9168-618E-C0A4-7C7B-51159BF05F5E}"/>
              </a:ext>
            </a:extLst>
          </p:cNvPr>
          <p:cNvSpPr/>
          <p:nvPr/>
        </p:nvSpPr>
        <p:spPr>
          <a:xfrm>
            <a:off x="655320" y="2045970"/>
            <a:ext cx="2758440" cy="838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văn bản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F45BD5-BE7F-0683-2DB4-881C85CA046E}"/>
              </a:ext>
            </a:extLst>
          </p:cNvPr>
          <p:cNvSpPr/>
          <p:nvPr/>
        </p:nvSpPr>
        <p:spPr>
          <a:xfrm>
            <a:off x="2301240" y="754380"/>
            <a:ext cx="2758440" cy="838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Tóm tắt văn bản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8B7159-18D8-8065-23E6-0D3CB8522AD3}"/>
              </a:ext>
            </a:extLst>
          </p:cNvPr>
          <p:cNvSpPr/>
          <p:nvPr/>
        </p:nvSpPr>
        <p:spPr>
          <a:xfrm>
            <a:off x="655320" y="3756660"/>
            <a:ext cx="2758440" cy="838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văn bản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4C81F9-9B67-2240-CA2E-1416EF32860E}"/>
              </a:ext>
            </a:extLst>
          </p:cNvPr>
          <p:cNvSpPr/>
          <p:nvPr/>
        </p:nvSpPr>
        <p:spPr>
          <a:xfrm>
            <a:off x="2301240" y="5227320"/>
            <a:ext cx="2758440" cy="838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 lời câu hỏi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828353-5C2C-6A68-8FB8-C4689029B3A3}"/>
              </a:ext>
            </a:extLst>
          </p:cNvPr>
          <p:cNvSpPr/>
          <p:nvPr/>
        </p:nvSpPr>
        <p:spPr>
          <a:xfrm>
            <a:off x="7056120" y="765810"/>
            <a:ext cx="2758440" cy="838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 diện thực thể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tên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898B97-5091-8F27-AB82-479BDF9D6EFD}"/>
              </a:ext>
            </a:extLst>
          </p:cNvPr>
          <p:cNvSpPr/>
          <p:nvPr/>
        </p:nvSpPr>
        <p:spPr>
          <a:xfrm>
            <a:off x="8702040" y="2045970"/>
            <a:ext cx="2758440" cy="838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 máy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637547-F5CA-3FF1-247A-C861954BA993}"/>
              </a:ext>
            </a:extLst>
          </p:cNvPr>
          <p:cNvSpPr/>
          <p:nvPr/>
        </p:nvSpPr>
        <p:spPr>
          <a:xfrm>
            <a:off x="8702040" y="3756660"/>
            <a:ext cx="2758440" cy="838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cú pháp và phụ thuộc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2F5E72-F752-809B-D577-30D8013DD340}"/>
              </a:ext>
            </a:extLst>
          </p:cNvPr>
          <p:cNvSpPr/>
          <p:nvPr/>
        </p:nvSpPr>
        <p:spPr>
          <a:xfrm>
            <a:off x="7056120" y="5227320"/>
            <a:ext cx="2758440" cy="838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 hiện ý định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EAF6AC-9E41-200C-7903-FDB633A787B7}"/>
              </a:ext>
            </a:extLst>
          </p:cNvPr>
          <p:cNvSpPr/>
          <p:nvPr/>
        </p:nvSpPr>
        <p:spPr>
          <a:xfrm>
            <a:off x="426720" y="167640"/>
            <a:ext cx="11369040" cy="64770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TÁC VỤ NLP</a:t>
            </a:r>
          </a:p>
          <a:p>
            <a:pPr algn="ctr"/>
            <a:r>
              <a:rPr 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PHỔ BIẾN</a:t>
            </a:r>
          </a:p>
        </p:txBody>
      </p:sp>
    </p:spTree>
    <p:extLst>
      <p:ext uri="{BB962C8B-B14F-4D97-AF65-F5344CB8AC3E}">
        <p14:creationId xmlns:p14="http://schemas.microsoft.com/office/powerpoint/2010/main" val="63268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C93A894-7D87-966F-BABD-2C38BC2FC3B2}"/>
              </a:ext>
            </a:extLst>
          </p:cNvPr>
          <p:cNvSpPr/>
          <p:nvPr/>
        </p:nvSpPr>
        <p:spPr>
          <a:xfrm>
            <a:off x="740228" y="2057400"/>
            <a:ext cx="2743200" cy="2743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 tuệ nhân tạo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D345C5-9F1A-6AAE-0C11-5FD9C58262E1}"/>
              </a:ext>
            </a:extLst>
          </p:cNvPr>
          <p:cNvSpPr/>
          <p:nvPr/>
        </p:nvSpPr>
        <p:spPr>
          <a:xfrm>
            <a:off x="5181600" y="2514600"/>
            <a:ext cx="1828800" cy="18288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056020D-478C-0ABC-A3DD-09F2B4F47775}"/>
              </a:ext>
            </a:extLst>
          </p:cNvPr>
          <p:cNvSpPr/>
          <p:nvPr/>
        </p:nvSpPr>
        <p:spPr>
          <a:xfrm>
            <a:off x="4230914" y="5035006"/>
            <a:ext cx="1188720" cy="118872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C9DDA1-3602-1CA3-8413-BA573C424BDB}"/>
              </a:ext>
            </a:extLst>
          </p:cNvPr>
          <p:cNvSpPr/>
          <p:nvPr/>
        </p:nvSpPr>
        <p:spPr>
          <a:xfrm>
            <a:off x="4230914" y="634274"/>
            <a:ext cx="1188720" cy="118872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EA0B3B-099E-3C4F-96F5-85D7CA9CA8A5}"/>
              </a:ext>
            </a:extLst>
          </p:cNvPr>
          <p:cNvSpPr/>
          <p:nvPr/>
        </p:nvSpPr>
        <p:spPr>
          <a:xfrm>
            <a:off x="8061960" y="1094014"/>
            <a:ext cx="3244669" cy="11887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 động học từ dữ liệu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F1E760-4964-97DC-48BB-BC1B86C887FB}"/>
              </a:ext>
            </a:extLst>
          </p:cNvPr>
          <p:cNvSpPr/>
          <p:nvPr/>
        </p:nvSpPr>
        <p:spPr>
          <a:xfrm>
            <a:off x="8236132" y="2834640"/>
            <a:ext cx="3244669" cy="11887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cần thiết lập các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 tắc chi tiết từ đầu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B62769-A010-0574-A7EB-CD602BBEDCCB}"/>
              </a:ext>
            </a:extLst>
          </p:cNvPr>
          <p:cNvSpPr/>
          <p:nvPr/>
        </p:nvSpPr>
        <p:spPr>
          <a:xfrm>
            <a:off x="8061960" y="4575266"/>
            <a:ext cx="3244669" cy="11887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 để dự đoán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 liệu mới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00F9DC-510A-4FF9-F887-3F121A1A3D9E}"/>
              </a:ext>
            </a:extLst>
          </p:cNvPr>
          <p:cNvCxnSpPr>
            <a:stCxn id="2" idx="7"/>
            <a:endCxn id="5" idx="3"/>
          </p:cNvCxnSpPr>
          <p:nvPr/>
        </p:nvCxnSpPr>
        <p:spPr>
          <a:xfrm flipV="1">
            <a:off x="3081696" y="1648910"/>
            <a:ext cx="1323302" cy="810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89C2F2-F79D-7F87-98DE-60B0370B44B0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3483428" y="3429000"/>
            <a:ext cx="169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0853EC-E57F-3AE1-F7B2-51B80384189A}"/>
              </a:ext>
            </a:extLst>
          </p:cNvPr>
          <p:cNvCxnSpPr>
            <a:cxnSpLocks/>
            <a:stCxn id="2" idx="5"/>
            <a:endCxn id="4" idx="1"/>
          </p:cNvCxnSpPr>
          <p:nvPr/>
        </p:nvCxnSpPr>
        <p:spPr>
          <a:xfrm>
            <a:off x="3081696" y="4398868"/>
            <a:ext cx="1323302" cy="810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5233C2-4E7C-22D7-5336-C6993133B957}"/>
              </a:ext>
            </a:extLst>
          </p:cNvPr>
          <p:cNvCxnSpPr>
            <a:cxnSpLocks/>
            <a:stCxn id="3" idx="7"/>
            <a:endCxn id="6" idx="1"/>
          </p:cNvCxnSpPr>
          <p:nvPr/>
        </p:nvCxnSpPr>
        <p:spPr>
          <a:xfrm flipV="1">
            <a:off x="6742578" y="1688374"/>
            <a:ext cx="1319382" cy="10940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6370CF-1B3C-32A2-624F-C7E6B9859017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6742578" y="4075578"/>
            <a:ext cx="1319382" cy="10940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ACA14A-8D75-D144-AAC5-56882ABBAC0F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7010400" y="3429000"/>
            <a:ext cx="12257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10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AA4B0FD-9954-69FB-49F2-0F0DC2469020}"/>
              </a:ext>
            </a:extLst>
          </p:cNvPr>
          <p:cNvSpPr/>
          <p:nvPr/>
        </p:nvSpPr>
        <p:spPr>
          <a:xfrm>
            <a:off x="4053837" y="801676"/>
            <a:ext cx="4084321" cy="18288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ML trong NLP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A53023-67AF-38F2-66E5-5258F218813D}"/>
              </a:ext>
            </a:extLst>
          </p:cNvPr>
          <p:cNvSpPr/>
          <p:nvPr/>
        </p:nvSpPr>
        <p:spPr>
          <a:xfrm>
            <a:off x="8702039" y="3390900"/>
            <a:ext cx="2956560" cy="9906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cảm xúc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B5EB69-EE94-3DC1-815A-95EF6F381FB0}"/>
              </a:ext>
            </a:extLst>
          </p:cNvPr>
          <p:cNvSpPr/>
          <p:nvPr/>
        </p:nvSpPr>
        <p:spPr>
          <a:xfrm>
            <a:off x="533401" y="3390900"/>
            <a:ext cx="2956560" cy="9906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văn bản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E8BCBD-54D4-40CA-BD54-CC53A74125BA}"/>
              </a:ext>
            </a:extLst>
          </p:cNvPr>
          <p:cNvSpPr/>
          <p:nvPr/>
        </p:nvSpPr>
        <p:spPr>
          <a:xfrm>
            <a:off x="6309360" y="5151124"/>
            <a:ext cx="2956560" cy="9906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 xuất thông tin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418839-9F8F-4BD4-730B-2CDE7C7C29D8}"/>
              </a:ext>
            </a:extLst>
          </p:cNvPr>
          <p:cNvSpPr/>
          <p:nvPr/>
        </p:nvSpPr>
        <p:spPr>
          <a:xfrm>
            <a:off x="2926080" y="5151121"/>
            <a:ext cx="2956560" cy="9906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Gán nhãn thực thể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CD9A8B5-695A-E804-1A4C-A2C78DCDE584}"/>
              </a:ext>
            </a:extLst>
          </p:cNvPr>
          <p:cNvCxnSpPr>
            <a:cxnSpLocks/>
            <a:stCxn id="2" idx="4"/>
            <a:endCxn id="4" idx="3"/>
          </p:cNvCxnSpPr>
          <p:nvPr/>
        </p:nvCxnSpPr>
        <p:spPr>
          <a:xfrm rot="5400000">
            <a:off x="4165118" y="1955320"/>
            <a:ext cx="1255724" cy="260603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FDC16D4-A573-1A80-33E5-8156B5538056}"/>
              </a:ext>
            </a:extLst>
          </p:cNvPr>
          <p:cNvCxnSpPr>
            <a:cxnSpLocks/>
            <a:stCxn id="2" idx="4"/>
            <a:endCxn id="6" idx="0"/>
          </p:cNvCxnSpPr>
          <p:nvPr/>
        </p:nvCxnSpPr>
        <p:spPr>
          <a:xfrm rot="5400000">
            <a:off x="3989857" y="3044979"/>
            <a:ext cx="2520645" cy="169163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42A035A-DAFF-AB62-08FC-32D87A0AE305}"/>
              </a:ext>
            </a:extLst>
          </p:cNvPr>
          <p:cNvCxnSpPr>
            <a:cxnSpLocks/>
            <a:stCxn id="2" idx="4"/>
            <a:endCxn id="3" idx="1"/>
          </p:cNvCxnSpPr>
          <p:nvPr/>
        </p:nvCxnSpPr>
        <p:spPr>
          <a:xfrm rot="16200000" flipH="1">
            <a:off x="6771156" y="1955317"/>
            <a:ext cx="1255724" cy="260604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795B024-C956-FD22-8AC9-633651BBB8BB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 rot="16200000" flipH="1">
            <a:off x="5681495" y="3044979"/>
            <a:ext cx="2520648" cy="169164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442A10D-D5C6-C1D2-05BA-F1D7741766AA}"/>
              </a:ext>
            </a:extLst>
          </p:cNvPr>
          <p:cNvSpPr txBox="1"/>
          <p:nvPr/>
        </p:nvSpPr>
        <p:spPr>
          <a:xfrm>
            <a:off x="5219797" y="3929688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Tự động hóa</a:t>
            </a:r>
          </a:p>
        </p:txBody>
      </p:sp>
    </p:spTree>
    <p:extLst>
      <p:ext uri="{BB962C8B-B14F-4D97-AF65-F5344CB8AC3E}">
        <p14:creationId xmlns:p14="http://schemas.microsoft.com/office/powerpoint/2010/main" val="155984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5D2AF87-287C-2287-892D-B485C21315AA}"/>
              </a:ext>
            </a:extLst>
          </p:cNvPr>
          <p:cNvSpPr/>
          <p:nvPr/>
        </p:nvSpPr>
        <p:spPr>
          <a:xfrm>
            <a:off x="2929265" y="259080"/>
            <a:ext cx="6400800" cy="64008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A9A5C3-D467-118E-9212-B297BADF0045}"/>
              </a:ext>
            </a:extLst>
          </p:cNvPr>
          <p:cNvSpPr/>
          <p:nvPr/>
        </p:nvSpPr>
        <p:spPr>
          <a:xfrm>
            <a:off x="3843665" y="2087880"/>
            <a:ext cx="4572000" cy="457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kiến trúc mạng neural như ANN, CNN, RNN,…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A714A-CD94-A09D-A82C-4DAE3CCA9272}"/>
              </a:ext>
            </a:extLst>
          </p:cNvPr>
          <p:cNvSpPr txBox="1"/>
          <p:nvPr/>
        </p:nvSpPr>
        <p:spPr>
          <a:xfrm>
            <a:off x="5320788" y="911870"/>
            <a:ext cx="1550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Học máy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9CD58-76B0-A757-1107-0C5AE9FC9522}"/>
              </a:ext>
            </a:extLst>
          </p:cNvPr>
          <p:cNvSpPr txBox="1"/>
          <p:nvPr/>
        </p:nvSpPr>
        <p:spPr>
          <a:xfrm>
            <a:off x="5424183" y="2936260"/>
            <a:ext cx="1410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Học sâu</a:t>
            </a:r>
          </a:p>
        </p:txBody>
      </p:sp>
    </p:spTree>
    <p:extLst>
      <p:ext uri="{BB962C8B-B14F-4D97-AF65-F5344CB8AC3E}">
        <p14:creationId xmlns:p14="http://schemas.microsoft.com/office/powerpoint/2010/main" val="317677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746722D-FF25-5EBE-35FB-EE1690CB7D17}"/>
              </a:ext>
            </a:extLst>
          </p:cNvPr>
          <p:cNvSpPr/>
          <p:nvPr/>
        </p:nvSpPr>
        <p:spPr>
          <a:xfrm>
            <a:off x="2804160" y="2341880"/>
            <a:ext cx="1828800" cy="18288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71F85F-219D-C03B-0598-30E615AF0794}"/>
              </a:ext>
            </a:extLst>
          </p:cNvPr>
          <p:cNvSpPr/>
          <p:nvPr/>
        </p:nvSpPr>
        <p:spPr>
          <a:xfrm>
            <a:off x="6096000" y="4643120"/>
            <a:ext cx="2956560" cy="9906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biểu diễn ngôn ngữ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52AE59-7F56-2078-268A-74F44205F22F}"/>
              </a:ext>
            </a:extLst>
          </p:cNvPr>
          <p:cNvSpPr/>
          <p:nvPr/>
        </p:nvSpPr>
        <p:spPr>
          <a:xfrm>
            <a:off x="6096000" y="2166620"/>
            <a:ext cx="2956560" cy="9906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văn bản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50ADEE-F322-56C9-4417-9300E6BC1E36}"/>
              </a:ext>
            </a:extLst>
          </p:cNvPr>
          <p:cNvSpPr/>
          <p:nvPr/>
        </p:nvSpPr>
        <p:spPr>
          <a:xfrm>
            <a:off x="6096000" y="3404870"/>
            <a:ext cx="2956560" cy="9906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 máy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C0F756-81D7-6F21-B319-171978FA403A}"/>
              </a:ext>
            </a:extLst>
          </p:cNvPr>
          <p:cNvSpPr/>
          <p:nvPr/>
        </p:nvSpPr>
        <p:spPr>
          <a:xfrm>
            <a:off x="6096000" y="928370"/>
            <a:ext cx="2956560" cy="9906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văn bản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EF1DA2B-66EA-CC47-8EC3-57AF7AF2B2AC}"/>
              </a:ext>
            </a:extLst>
          </p:cNvPr>
          <p:cNvCxnSpPr>
            <a:stCxn id="2" idx="6"/>
            <a:endCxn id="6" idx="1"/>
          </p:cNvCxnSpPr>
          <p:nvPr/>
        </p:nvCxnSpPr>
        <p:spPr>
          <a:xfrm flipV="1">
            <a:off x="4632960" y="1423670"/>
            <a:ext cx="1463040" cy="18326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9C72957-7A68-12FA-7994-9DDCF6550129}"/>
              </a:ext>
            </a:extLst>
          </p:cNvPr>
          <p:cNvCxnSpPr>
            <a:stCxn id="2" idx="6"/>
            <a:endCxn id="4" idx="1"/>
          </p:cNvCxnSpPr>
          <p:nvPr/>
        </p:nvCxnSpPr>
        <p:spPr>
          <a:xfrm flipV="1">
            <a:off x="4632960" y="2661920"/>
            <a:ext cx="1463040" cy="5943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00A91E8-60FF-74CE-1EBB-9303144FA610}"/>
              </a:ext>
            </a:extLst>
          </p:cNvPr>
          <p:cNvCxnSpPr>
            <a:stCxn id="2" idx="6"/>
            <a:endCxn id="5" idx="1"/>
          </p:cNvCxnSpPr>
          <p:nvPr/>
        </p:nvCxnSpPr>
        <p:spPr>
          <a:xfrm>
            <a:off x="4632960" y="3256280"/>
            <a:ext cx="1463040" cy="64389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D49D2D0-29C4-F4C9-0AA1-A0994B38E3F7}"/>
              </a:ext>
            </a:extLst>
          </p:cNvPr>
          <p:cNvCxnSpPr>
            <a:stCxn id="2" idx="6"/>
            <a:endCxn id="3" idx="1"/>
          </p:cNvCxnSpPr>
          <p:nvPr/>
        </p:nvCxnSpPr>
        <p:spPr>
          <a:xfrm>
            <a:off x="4632960" y="3256280"/>
            <a:ext cx="1463040" cy="18821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39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2A9045-37AF-BD57-DB8A-A5917BBE2C70}"/>
              </a:ext>
            </a:extLst>
          </p:cNvPr>
          <p:cNvSpPr/>
          <p:nvPr/>
        </p:nvSpPr>
        <p:spPr>
          <a:xfrm>
            <a:off x="5059680" y="2674620"/>
            <a:ext cx="2072640" cy="150876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08B3FA6-2A8B-CE6A-EB9D-979B4BE4BB71}"/>
              </a:ext>
            </a:extLst>
          </p:cNvPr>
          <p:cNvSpPr/>
          <p:nvPr/>
        </p:nvSpPr>
        <p:spPr>
          <a:xfrm>
            <a:off x="5059680" y="548640"/>
            <a:ext cx="2072640" cy="86868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 máy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5D06E8-607D-B7AE-51DF-764F368B9331}"/>
              </a:ext>
            </a:extLst>
          </p:cNvPr>
          <p:cNvSpPr/>
          <p:nvPr/>
        </p:nvSpPr>
        <p:spPr>
          <a:xfrm>
            <a:off x="1447800" y="4183380"/>
            <a:ext cx="2072640" cy="86868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văn bản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08D715-8EA3-EE0A-F5F6-491788C36F78}"/>
              </a:ext>
            </a:extLst>
          </p:cNvPr>
          <p:cNvSpPr/>
          <p:nvPr/>
        </p:nvSpPr>
        <p:spPr>
          <a:xfrm>
            <a:off x="8671560" y="4183380"/>
            <a:ext cx="2072640" cy="86868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hình hóa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ngôn ngữ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3B00F1-65D5-ACAC-EE01-76EEB0B37000}"/>
              </a:ext>
            </a:extLst>
          </p:cNvPr>
          <p:cNvCxnSpPr/>
          <p:nvPr/>
        </p:nvCxnSpPr>
        <p:spPr>
          <a:xfrm flipH="1">
            <a:off x="3520440" y="3779520"/>
            <a:ext cx="1539240" cy="6858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4A09DC-0C6F-0A08-D019-75E2D9E77DD4}"/>
              </a:ext>
            </a:extLst>
          </p:cNvPr>
          <p:cNvCxnSpPr>
            <a:cxnSpLocks/>
          </p:cNvCxnSpPr>
          <p:nvPr/>
        </p:nvCxnSpPr>
        <p:spPr>
          <a:xfrm>
            <a:off x="7132320" y="3779520"/>
            <a:ext cx="1539240" cy="6858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0AA2FC-2756-D2A1-E5FE-964507DB0F2A}"/>
              </a:ext>
            </a:extLst>
          </p:cNvPr>
          <p:cNvCxnSpPr>
            <a:cxnSpLocks/>
            <a:stCxn id="2" idx="0"/>
            <a:endCxn id="3" idx="2"/>
          </p:cNvCxnSpPr>
          <p:nvPr/>
        </p:nvCxnSpPr>
        <p:spPr>
          <a:xfrm flipV="1">
            <a:off x="6096000" y="1417320"/>
            <a:ext cx="0" cy="12573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04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Right 9">
            <a:extLst>
              <a:ext uri="{FF2B5EF4-FFF2-40B4-BE49-F238E27FC236}">
                <a16:creationId xmlns:a16="http://schemas.microsoft.com/office/drawing/2014/main" id="{2043271D-F8A6-3B3C-1C95-AF61E446FBFD}"/>
              </a:ext>
            </a:extLst>
          </p:cNvPr>
          <p:cNvSpPr/>
          <p:nvPr/>
        </p:nvSpPr>
        <p:spPr>
          <a:xfrm>
            <a:off x="6096015" y="3856434"/>
            <a:ext cx="5715000" cy="32385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74455E-E9B1-8FDA-2966-682A897A24B2}"/>
              </a:ext>
            </a:extLst>
          </p:cNvPr>
          <p:cNvSpPr/>
          <p:nvPr/>
        </p:nvSpPr>
        <p:spPr>
          <a:xfrm>
            <a:off x="381015" y="3936206"/>
            <a:ext cx="5714985" cy="16192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81AC3-45F0-839D-A25A-232D1C1E14FF}"/>
              </a:ext>
            </a:extLst>
          </p:cNvPr>
          <p:cNvSpPr txBox="1"/>
          <p:nvPr/>
        </p:nvSpPr>
        <p:spPr>
          <a:xfrm>
            <a:off x="5644594" y="239857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5FD615-180A-2449-AC12-A1262D8C8086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096000" y="2921794"/>
            <a:ext cx="0" cy="17865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8E5ADCB-6E5E-BB43-4C70-7BD76E082A17}"/>
              </a:ext>
            </a:extLst>
          </p:cNvPr>
          <p:cNvSpPr txBox="1"/>
          <p:nvPr/>
        </p:nvSpPr>
        <p:spPr>
          <a:xfrm>
            <a:off x="1896633" y="3141582"/>
            <a:ext cx="2683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RNN, LSTM 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và các mô hình tương tự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6C356-26E4-AB3D-BF0E-218F9F30DFC7}"/>
              </a:ext>
            </a:extLst>
          </p:cNvPr>
          <p:cNvSpPr txBox="1"/>
          <p:nvPr/>
        </p:nvSpPr>
        <p:spPr>
          <a:xfrm>
            <a:off x="6963643" y="3141582"/>
            <a:ext cx="39797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Mô hình Transformer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và các mô hình dựa trên Transformer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2CB2F-D25E-CD7F-6B48-8BE481AEA743}"/>
              </a:ext>
            </a:extLst>
          </p:cNvPr>
          <p:cNvSpPr txBox="1"/>
          <p:nvPr/>
        </p:nvSpPr>
        <p:spPr>
          <a:xfrm>
            <a:off x="4143861" y="4432953"/>
            <a:ext cx="3904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Mô hình Transformer ra đời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95A9B6-1F3F-9EBD-2F3E-F9280D647399}"/>
              </a:ext>
            </a:extLst>
          </p:cNvPr>
          <p:cNvSpPr txBox="1"/>
          <p:nvPr/>
        </p:nvSpPr>
        <p:spPr>
          <a:xfrm>
            <a:off x="3762092" y="811997"/>
            <a:ext cx="4667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Công cụ phổ biến để thực thi </a:t>
            </a:r>
          </a:p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các tác vụ Xử lý ngôn ngữ tự nhiên</a:t>
            </a:r>
          </a:p>
        </p:txBody>
      </p:sp>
    </p:spTree>
    <p:extLst>
      <p:ext uri="{BB962C8B-B14F-4D97-AF65-F5344CB8AC3E}">
        <p14:creationId xmlns:p14="http://schemas.microsoft.com/office/powerpoint/2010/main" val="3384984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6EACA0-C411-5424-625B-BB63423520E8}"/>
              </a:ext>
            </a:extLst>
          </p:cNvPr>
          <p:cNvSpPr/>
          <p:nvPr/>
        </p:nvSpPr>
        <p:spPr>
          <a:xfrm>
            <a:off x="3124200" y="444500"/>
            <a:ext cx="5943600" cy="596900"/>
          </a:xfrm>
          <a:prstGeom prst="roundRect">
            <a:avLst/>
          </a:prstGeom>
          <a:solidFill>
            <a:srgbClr val="7AAEE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 yêu Việt Nam!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74E2C0-B6F4-8167-8B3C-B750C6D19D9F}"/>
              </a:ext>
            </a:extLst>
          </p:cNvPr>
          <p:cNvSpPr/>
          <p:nvPr/>
        </p:nvSpPr>
        <p:spPr>
          <a:xfrm>
            <a:off x="3124200" y="1739900"/>
            <a:ext cx="5943600" cy="596900"/>
          </a:xfrm>
          <a:prstGeom prst="roundRect">
            <a:avLst/>
          </a:prstGeom>
          <a:solidFill>
            <a:schemeClr val="bg2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4BE614-0229-66B1-53B5-347CF3CCE5D8}"/>
              </a:ext>
            </a:extLst>
          </p:cNvPr>
          <p:cNvSpPr/>
          <p:nvPr/>
        </p:nvSpPr>
        <p:spPr>
          <a:xfrm>
            <a:off x="3124200" y="3035300"/>
            <a:ext cx="1016000" cy="596900"/>
          </a:xfrm>
          <a:prstGeom prst="roundRect">
            <a:avLst/>
          </a:prstGeom>
          <a:solidFill>
            <a:srgbClr val="9EC4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BEE7F4-C9D5-53EE-4C75-4E94512B8308}"/>
              </a:ext>
            </a:extLst>
          </p:cNvPr>
          <p:cNvSpPr/>
          <p:nvPr/>
        </p:nvSpPr>
        <p:spPr>
          <a:xfrm>
            <a:off x="5588000" y="3035300"/>
            <a:ext cx="1016000" cy="596900"/>
          </a:xfrm>
          <a:prstGeom prst="roundRect">
            <a:avLst/>
          </a:prstGeom>
          <a:solidFill>
            <a:srgbClr val="9EC4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7D56EF-4447-300C-9D44-B88CC66B5212}"/>
              </a:ext>
            </a:extLst>
          </p:cNvPr>
          <p:cNvSpPr/>
          <p:nvPr/>
        </p:nvSpPr>
        <p:spPr>
          <a:xfrm>
            <a:off x="4356100" y="3035300"/>
            <a:ext cx="1016000" cy="596900"/>
          </a:xfrm>
          <a:prstGeom prst="roundRect">
            <a:avLst/>
          </a:prstGeom>
          <a:solidFill>
            <a:srgbClr val="9EC4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4C9395-24BD-1E8E-D8AC-E41CBC46FF9A}"/>
              </a:ext>
            </a:extLst>
          </p:cNvPr>
          <p:cNvSpPr/>
          <p:nvPr/>
        </p:nvSpPr>
        <p:spPr>
          <a:xfrm>
            <a:off x="6819900" y="3035300"/>
            <a:ext cx="1016000" cy="596900"/>
          </a:xfrm>
          <a:prstGeom prst="roundRect">
            <a:avLst/>
          </a:prstGeom>
          <a:solidFill>
            <a:srgbClr val="9EC4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EFB441-AC2F-9863-C545-1F1327EF1AA5}"/>
              </a:ext>
            </a:extLst>
          </p:cNvPr>
          <p:cNvSpPr/>
          <p:nvPr/>
        </p:nvSpPr>
        <p:spPr>
          <a:xfrm>
            <a:off x="8051800" y="3035300"/>
            <a:ext cx="1016000" cy="596900"/>
          </a:xfrm>
          <a:prstGeom prst="roundRect">
            <a:avLst/>
          </a:prstGeom>
          <a:solidFill>
            <a:srgbClr val="9EC4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F3C47F-0D5E-849E-9DE6-2B4BBEF45FD9}"/>
              </a:ext>
            </a:extLst>
          </p:cNvPr>
          <p:cNvSpPr/>
          <p:nvPr/>
        </p:nvSpPr>
        <p:spPr>
          <a:xfrm>
            <a:off x="3124200" y="4578351"/>
            <a:ext cx="5943600" cy="596900"/>
          </a:xfrm>
          <a:prstGeom prst="roundRect">
            <a:avLst/>
          </a:prstGeom>
          <a:solidFill>
            <a:schemeClr val="bg2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bước xử lý tiếp theo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3C8BF0-C566-1341-0527-5FD4DFCE7006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6096000" y="1041400"/>
            <a:ext cx="0" cy="69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1AF9E7-A5AF-5069-0EC2-D81E0EAE22A4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096000" y="2336800"/>
            <a:ext cx="0" cy="69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9E70E2-9FC1-B067-B6D0-A316031D1012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6096000" y="3632200"/>
            <a:ext cx="0" cy="946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E833BEA-D86B-F902-1F6C-813E785905F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4514850" y="1454150"/>
            <a:ext cx="698500" cy="24638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57A6313-9538-B626-0A54-14B5978C14A5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5130800" y="2070100"/>
            <a:ext cx="698500" cy="12319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EC22A18-7EAE-E8FA-44D9-E9631339CFBA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6362700" y="2070100"/>
            <a:ext cx="698500" cy="12319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ABB8C43-008B-5286-1D6A-A8410D9AB639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16200000" flipH="1">
            <a:off x="6978650" y="1454150"/>
            <a:ext cx="698500" cy="24638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AE3AB7B-2D66-9F76-0E1F-F92A53B6ADD4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16200000" flipH="1">
            <a:off x="4391025" y="2873375"/>
            <a:ext cx="946151" cy="24638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696ABE1-5C96-D434-3870-6B8D5160C1FA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5006975" y="3489325"/>
            <a:ext cx="946151" cy="12319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D3C0E6A-8E79-674B-36EA-7EDA207ED9AB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6238875" y="3489325"/>
            <a:ext cx="946151" cy="12319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F86B6A25-E384-1FE8-8628-675A462B2BFD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6854825" y="2873375"/>
            <a:ext cx="946151" cy="24638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60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1B4702E-9DCA-34F0-5B8B-036A25BA8845}"/>
              </a:ext>
            </a:extLst>
          </p:cNvPr>
          <p:cNvGrpSpPr/>
          <p:nvPr/>
        </p:nvGrpSpPr>
        <p:grpSpPr>
          <a:xfrm>
            <a:off x="144512" y="2453686"/>
            <a:ext cx="1669048" cy="1773983"/>
            <a:chOff x="5562293" y="42349"/>
            <a:chExt cx="1067413" cy="1138237"/>
          </a:xfrm>
        </p:grpSpPr>
        <p:pic>
          <p:nvPicPr>
            <p:cNvPr id="4" name="Graphic 3" descr="User with solid fill">
              <a:extLst>
                <a:ext uri="{FF2B5EF4-FFF2-40B4-BE49-F238E27FC236}">
                  <a16:creationId xmlns:a16="http://schemas.microsoft.com/office/drawing/2014/main" id="{87D7BFCD-6592-E950-8650-B63437B96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94034" y="42349"/>
              <a:ext cx="1003931" cy="100393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ABBF0DD-2908-E2BB-1A42-72779A1ABEDE}"/>
                </a:ext>
              </a:extLst>
            </p:cNvPr>
            <p:cNvSpPr txBox="1"/>
            <p:nvPr/>
          </p:nvSpPr>
          <p:spPr>
            <a:xfrm>
              <a:off x="5562293" y="884369"/>
              <a:ext cx="1067413" cy="296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vi-VN" sz="2400">
                  <a:latin typeface="+mj-lt"/>
                </a:rPr>
                <a:t>Người dùng</a:t>
              </a:r>
              <a:endParaRPr lang="en-US" sz="2400">
                <a:latin typeface="+mj-lt"/>
              </a:endParaRP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5E5F29-A6B3-F7A4-9AD3-41FB1B06FEF2}"/>
              </a:ext>
            </a:extLst>
          </p:cNvPr>
          <p:cNvSpPr/>
          <p:nvPr/>
        </p:nvSpPr>
        <p:spPr>
          <a:xfrm>
            <a:off x="4922520" y="1203960"/>
            <a:ext cx="2499360" cy="97536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truy xuất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(Retriever)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7CF419-C0BE-34E9-4143-E6133322B9E8}"/>
              </a:ext>
            </a:extLst>
          </p:cNvPr>
          <p:cNvSpPr/>
          <p:nvPr/>
        </p:nvSpPr>
        <p:spPr>
          <a:xfrm>
            <a:off x="4922520" y="4191001"/>
            <a:ext cx="2499360" cy="97536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tạo sinh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(Generation)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CFD9C029-DA47-EF3A-B013-E4B09F0E7785}"/>
              </a:ext>
            </a:extLst>
          </p:cNvPr>
          <p:cNvSpPr/>
          <p:nvPr/>
        </p:nvSpPr>
        <p:spPr>
          <a:xfrm>
            <a:off x="9403080" y="1203959"/>
            <a:ext cx="2362200" cy="3962401"/>
          </a:xfrm>
          <a:prstGeom prst="can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</a:p>
          <a:p>
            <a:pPr algn="ctr"/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 LIỆU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4054C4-482B-C55F-6577-08D070607A1C}"/>
              </a:ext>
            </a:extLst>
          </p:cNvPr>
          <p:cNvSpPr/>
          <p:nvPr/>
        </p:nvSpPr>
        <p:spPr>
          <a:xfrm>
            <a:off x="1813560" y="1463039"/>
            <a:ext cx="2118360" cy="4572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 vấn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89945CF-9F5D-275A-C1B2-A1F33E26E208}"/>
              </a:ext>
            </a:extLst>
          </p:cNvPr>
          <p:cNvSpPr/>
          <p:nvPr/>
        </p:nvSpPr>
        <p:spPr>
          <a:xfrm>
            <a:off x="1813560" y="4450080"/>
            <a:ext cx="2118360" cy="4572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 hồi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D49C6F-B013-4EB2-2910-2622FE620093}"/>
              </a:ext>
            </a:extLst>
          </p:cNvPr>
          <p:cNvCxnSpPr>
            <a:stCxn id="9" idx="3"/>
            <a:endCxn id="6" idx="1"/>
          </p:cNvCxnSpPr>
          <p:nvPr/>
        </p:nvCxnSpPr>
        <p:spPr>
          <a:xfrm>
            <a:off x="3931920" y="1691640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7CF739-13BE-F3CF-A892-F598F50174C2}"/>
              </a:ext>
            </a:extLst>
          </p:cNvPr>
          <p:cNvCxnSpPr>
            <a:cxnSpLocks/>
            <a:stCxn id="7" idx="1"/>
            <a:endCxn id="10" idx="3"/>
          </p:cNvCxnSpPr>
          <p:nvPr/>
        </p:nvCxnSpPr>
        <p:spPr>
          <a:xfrm flipH="1">
            <a:off x="3931920" y="4678681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664FE2B-655B-AAD8-CF65-7A6F5BC57C43}"/>
              </a:ext>
            </a:extLst>
          </p:cNvPr>
          <p:cNvCxnSpPr>
            <a:stCxn id="6" idx="3"/>
          </p:cNvCxnSpPr>
          <p:nvPr/>
        </p:nvCxnSpPr>
        <p:spPr>
          <a:xfrm>
            <a:off x="7421880" y="1691640"/>
            <a:ext cx="1981200" cy="8737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4CA0323-4D09-C302-8802-B5F35FDE4EFE}"/>
              </a:ext>
            </a:extLst>
          </p:cNvPr>
          <p:cNvCxnSpPr>
            <a:cxnSpLocks/>
            <a:endCxn id="7" idx="3"/>
          </p:cNvCxnSpPr>
          <p:nvPr/>
        </p:nvCxnSpPr>
        <p:spPr>
          <a:xfrm rot="10800000" flipV="1">
            <a:off x="7421880" y="3536181"/>
            <a:ext cx="1981200" cy="11424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919C23A-4786-ADD3-40D9-454C94906C68}"/>
              </a:ext>
            </a:extLst>
          </p:cNvPr>
          <p:cNvCxnSpPr>
            <a:cxnSpLocks/>
            <a:stCxn id="10" idx="1"/>
            <a:endCxn id="5" idx="2"/>
          </p:cNvCxnSpPr>
          <p:nvPr/>
        </p:nvCxnSpPr>
        <p:spPr>
          <a:xfrm rot="10800000">
            <a:off x="979036" y="4227669"/>
            <a:ext cx="834524" cy="4510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4021C51-D4F5-A62D-8EFD-AE8F4793F3C2}"/>
              </a:ext>
            </a:extLst>
          </p:cNvPr>
          <p:cNvCxnSpPr>
            <a:cxnSpLocks/>
            <a:endCxn id="9" idx="1"/>
          </p:cNvCxnSpPr>
          <p:nvPr/>
        </p:nvCxnSpPr>
        <p:spPr>
          <a:xfrm rot="5400000" flipH="1" flipV="1">
            <a:off x="959417" y="1711258"/>
            <a:ext cx="873760" cy="8345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366D0C5-F9DD-9FA3-AA8B-5D6B749D909D}"/>
              </a:ext>
            </a:extLst>
          </p:cNvPr>
          <p:cNvSpPr/>
          <p:nvPr/>
        </p:nvSpPr>
        <p:spPr>
          <a:xfrm>
            <a:off x="4309110" y="807029"/>
            <a:ext cx="3726180" cy="506729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A02826-AF73-46E8-272E-2FB94B40B317}"/>
              </a:ext>
            </a:extLst>
          </p:cNvPr>
          <p:cNvSpPr txBox="1"/>
          <p:nvPr/>
        </p:nvSpPr>
        <p:spPr>
          <a:xfrm>
            <a:off x="4309110" y="2946400"/>
            <a:ext cx="3726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RAG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B8465D-DDFD-DCF6-DA6B-BE21B293CCFE}"/>
              </a:ext>
            </a:extLst>
          </p:cNvPr>
          <p:cNvSpPr txBox="1"/>
          <p:nvPr/>
        </p:nvSpPr>
        <p:spPr>
          <a:xfrm>
            <a:off x="8422052" y="1917050"/>
            <a:ext cx="625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</a:p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26999C-F843-41D6-A0D2-510571E38CB2}"/>
              </a:ext>
            </a:extLst>
          </p:cNvPr>
          <p:cNvSpPr txBox="1"/>
          <p:nvPr/>
        </p:nvSpPr>
        <p:spPr>
          <a:xfrm>
            <a:off x="8412480" y="3534162"/>
            <a:ext cx="530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</a:p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</a:p>
        </p:txBody>
      </p:sp>
    </p:spTree>
    <p:extLst>
      <p:ext uri="{BB962C8B-B14F-4D97-AF65-F5344CB8AC3E}">
        <p14:creationId xmlns:p14="http://schemas.microsoft.com/office/powerpoint/2010/main" val="1922149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E233FCD-A73B-BF5A-89BC-EF7D88289D77}"/>
              </a:ext>
            </a:extLst>
          </p:cNvPr>
          <p:cNvGrpSpPr/>
          <p:nvPr/>
        </p:nvGrpSpPr>
        <p:grpSpPr>
          <a:xfrm>
            <a:off x="2368453" y="1876234"/>
            <a:ext cx="7455094" cy="2389544"/>
            <a:chOff x="2368453" y="1876234"/>
            <a:chExt cx="7455094" cy="2389544"/>
          </a:xfrm>
        </p:grpSpPr>
        <p:pic>
          <p:nvPicPr>
            <p:cNvPr id="2" name="Graphic 1" descr="User with solid fill">
              <a:extLst>
                <a:ext uri="{FF2B5EF4-FFF2-40B4-BE49-F238E27FC236}">
                  <a16:creationId xmlns:a16="http://schemas.microsoft.com/office/drawing/2014/main" id="{0AEC3D1E-F089-B43D-0216-BF41D4754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88317" y="2493819"/>
              <a:ext cx="1617534" cy="1617534"/>
            </a:xfrm>
            <a:prstGeom prst="rect">
              <a:avLst/>
            </a:prstGeom>
          </p:spPr>
        </p:pic>
        <p:pic>
          <p:nvPicPr>
            <p:cNvPr id="6" name="Graphic 5" descr="Artificial Intelligence with solid fill">
              <a:extLst>
                <a:ext uri="{FF2B5EF4-FFF2-40B4-BE49-F238E27FC236}">
                  <a16:creationId xmlns:a16="http://schemas.microsoft.com/office/drawing/2014/main" id="{BD1C43E2-245C-62FE-B545-E7A26F9FA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790927" y="2567078"/>
              <a:ext cx="1432883" cy="1432883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B547557-E334-4526-9085-DA87CEF77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1484" y="3407678"/>
              <a:ext cx="3367716" cy="10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9E48F7-EBEE-41F1-300D-0025F9B71EDA}"/>
                </a:ext>
              </a:extLst>
            </p:cNvPr>
            <p:cNvCxnSpPr/>
            <p:nvPr/>
          </p:nvCxnSpPr>
          <p:spPr>
            <a:xfrm flipH="1">
              <a:off x="4111484" y="3626426"/>
              <a:ext cx="3367717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Graphic 15" descr="Chat bubble with solid fill">
              <a:extLst>
                <a:ext uri="{FF2B5EF4-FFF2-40B4-BE49-F238E27FC236}">
                  <a16:creationId xmlns:a16="http://schemas.microsoft.com/office/drawing/2014/main" id="{4581E8B4-D686-72B6-8565-06F5CF40E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389344" y="2322181"/>
              <a:ext cx="510016" cy="510016"/>
            </a:xfrm>
            <a:prstGeom prst="rect">
              <a:avLst/>
            </a:prstGeom>
          </p:spPr>
        </p:pic>
        <p:pic>
          <p:nvPicPr>
            <p:cNvPr id="18" name="Graphic 17" descr="Chat bubble with solid fill">
              <a:extLst>
                <a:ext uri="{FF2B5EF4-FFF2-40B4-BE49-F238E27FC236}">
                  <a16:creationId xmlns:a16="http://schemas.microsoft.com/office/drawing/2014/main" id="{856B17C9-0F75-572E-1BC4-35E4B507B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479200" y="1876234"/>
              <a:ext cx="914400" cy="914400"/>
            </a:xfrm>
            <a:prstGeom prst="rect">
              <a:avLst/>
            </a:prstGeom>
          </p:spPr>
        </p:pic>
        <p:pic>
          <p:nvPicPr>
            <p:cNvPr id="19" name="Graphic 18" descr="Chat bubble with solid fill">
              <a:extLst>
                <a:ext uri="{FF2B5EF4-FFF2-40B4-BE49-F238E27FC236}">
                  <a16:creationId xmlns:a16="http://schemas.microsoft.com/office/drawing/2014/main" id="{157069B6-16D7-529C-815E-78392A358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47525" y="2634760"/>
              <a:ext cx="576022" cy="576022"/>
            </a:xfrm>
            <a:prstGeom prst="rect">
              <a:avLst/>
            </a:prstGeom>
          </p:spPr>
        </p:pic>
        <p:pic>
          <p:nvPicPr>
            <p:cNvPr id="20" name="Graphic 19" descr="Chat bubble with solid fill">
              <a:extLst>
                <a:ext uri="{FF2B5EF4-FFF2-40B4-BE49-F238E27FC236}">
                  <a16:creationId xmlns:a16="http://schemas.microsoft.com/office/drawing/2014/main" id="{2B59C42C-388F-17AE-8C6E-2FBF62CCB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368453" y="1917797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Chat bubble with solid fill">
              <a:extLst>
                <a:ext uri="{FF2B5EF4-FFF2-40B4-BE49-F238E27FC236}">
                  <a16:creationId xmlns:a16="http://schemas.microsoft.com/office/drawing/2014/main" id="{87BEE1E1-08D4-878B-DC88-FFB9570A5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35799" y="2086986"/>
              <a:ext cx="576022" cy="57602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861CE1-0BAE-205F-80C1-D1476AA80D39}"/>
                </a:ext>
              </a:extLst>
            </p:cNvPr>
            <p:cNvSpPr txBox="1"/>
            <p:nvPr/>
          </p:nvSpPr>
          <p:spPr>
            <a:xfrm>
              <a:off x="4830256" y="3069124"/>
              <a:ext cx="18245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Câu hỏi người dùng</a:t>
              </a:r>
              <a:endParaRPr lang="en-US" sz="1600">
                <a:latin typeface="+mj-l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3B2374-E892-89C1-637F-6D7303E326DF}"/>
                </a:ext>
              </a:extLst>
            </p:cNvPr>
            <p:cNvSpPr txBox="1"/>
            <p:nvPr/>
          </p:nvSpPr>
          <p:spPr>
            <a:xfrm>
              <a:off x="4715641" y="3674819"/>
              <a:ext cx="20537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Câu trả lơi của chatbot</a:t>
              </a:r>
              <a:endParaRPr lang="en-US" sz="1600">
                <a:latin typeface="+mj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9A22EE6-0103-C208-9CBD-2FF2635D5A94}"/>
                </a:ext>
              </a:extLst>
            </p:cNvPr>
            <p:cNvSpPr txBox="1"/>
            <p:nvPr/>
          </p:nvSpPr>
          <p:spPr>
            <a:xfrm>
              <a:off x="2633248" y="3927224"/>
              <a:ext cx="11737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Người dùng</a:t>
              </a:r>
              <a:endParaRPr lang="en-US" sz="1600">
                <a:latin typeface="+mj-lt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8E0C41-FC5F-EE4F-787F-073DB75BDA17}"/>
                </a:ext>
              </a:extLst>
            </p:cNvPr>
            <p:cNvSpPr txBox="1"/>
            <p:nvPr/>
          </p:nvSpPr>
          <p:spPr>
            <a:xfrm>
              <a:off x="8186151" y="3927224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Chatbot</a:t>
              </a:r>
              <a:endParaRPr lang="en-US" sz="160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830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0E941A3-54DE-67E3-D11E-FE8F7583CEBF}"/>
              </a:ext>
            </a:extLst>
          </p:cNvPr>
          <p:cNvSpPr/>
          <p:nvPr/>
        </p:nvSpPr>
        <p:spPr>
          <a:xfrm>
            <a:off x="4754880" y="2526030"/>
            <a:ext cx="2682240" cy="180594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chatbot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 trợ học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Lịch sử Việt Nam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A84239-E2F6-B996-A55F-0A9D0AB459D6}"/>
              </a:ext>
            </a:extLst>
          </p:cNvPr>
          <p:cNvSpPr/>
          <p:nvPr/>
        </p:nvSpPr>
        <p:spPr>
          <a:xfrm>
            <a:off x="2286000" y="215594"/>
            <a:ext cx="2232660" cy="7010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 mới phương pháp học tập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0C6347-D29F-2FFC-34DE-BA5DC078D010}"/>
              </a:ext>
            </a:extLst>
          </p:cNvPr>
          <p:cNvSpPr/>
          <p:nvPr/>
        </p:nvSpPr>
        <p:spPr>
          <a:xfrm>
            <a:off x="62865" y="1828800"/>
            <a:ext cx="2087880" cy="7010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 cường hiệu suất học tập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2B4FB11-04DA-3102-AFDA-278EA077DE41}"/>
              </a:ext>
            </a:extLst>
          </p:cNvPr>
          <p:cNvSpPr/>
          <p:nvPr/>
        </p:nvSpPr>
        <p:spPr>
          <a:xfrm>
            <a:off x="2910840" y="1828800"/>
            <a:ext cx="1844040" cy="86487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giáo dục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814A9F-BB31-4277-5198-15FF7D4FA416}"/>
              </a:ext>
            </a:extLst>
          </p:cNvPr>
          <p:cNvSpPr/>
          <p:nvPr/>
        </p:nvSpPr>
        <p:spPr>
          <a:xfrm>
            <a:off x="2369820" y="4331970"/>
            <a:ext cx="2385060" cy="124587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 năng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 đáp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15661D-2E1A-19B4-9708-922EE68310FD}"/>
              </a:ext>
            </a:extLst>
          </p:cNvPr>
          <p:cNvSpPr/>
          <p:nvPr/>
        </p:nvSpPr>
        <p:spPr>
          <a:xfrm>
            <a:off x="7437120" y="1828800"/>
            <a:ext cx="1844040" cy="86487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 cầu 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 thuật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D216D5-A62F-AC52-CDB8-6EE533EDC105}"/>
              </a:ext>
            </a:extLst>
          </p:cNvPr>
          <p:cNvSpPr/>
          <p:nvPr/>
        </p:nvSpPr>
        <p:spPr>
          <a:xfrm>
            <a:off x="7764780" y="110820"/>
            <a:ext cx="1844040" cy="7010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 dụng công nghệ hiện đại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29EE6E-EB1D-1AC5-BE29-453C06508D4A}"/>
              </a:ext>
            </a:extLst>
          </p:cNvPr>
          <p:cNvSpPr/>
          <p:nvPr/>
        </p:nvSpPr>
        <p:spPr>
          <a:xfrm>
            <a:off x="10203180" y="1735455"/>
            <a:ext cx="1844040" cy="7010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 hồi chinh xác, tự nhiên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B686CE-5089-396C-6022-CB159C50E559}"/>
              </a:ext>
            </a:extLst>
          </p:cNvPr>
          <p:cNvSpPr/>
          <p:nvPr/>
        </p:nvSpPr>
        <p:spPr>
          <a:xfrm>
            <a:off x="7437120" y="4331970"/>
            <a:ext cx="1844040" cy="86487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 năng nâng cao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FBD387-080D-8A16-A064-41C9BD3D17CA}"/>
              </a:ext>
            </a:extLst>
          </p:cNvPr>
          <p:cNvSpPr/>
          <p:nvPr/>
        </p:nvSpPr>
        <p:spPr>
          <a:xfrm>
            <a:off x="10119360" y="4413885"/>
            <a:ext cx="1844040" cy="7010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tùy chọn cá nhân hóa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85AE00-1325-E81E-1C32-073054BF7C8D}"/>
              </a:ext>
            </a:extLst>
          </p:cNvPr>
          <p:cNvSpPr/>
          <p:nvPr/>
        </p:nvSpPr>
        <p:spPr>
          <a:xfrm>
            <a:off x="8686800" y="5577840"/>
            <a:ext cx="1844040" cy="7010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Voicechat,…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04F432-56C3-5DFC-90FC-F6DBD87FF59C}"/>
              </a:ext>
            </a:extLst>
          </p:cNvPr>
          <p:cNvSpPr/>
          <p:nvPr/>
        </p:nvSpPr>
        <p:spPr>
          <a:xfrm>
            <a:off x="10119360" y="228600"/>
            <a:ext cx="1844040" cy="7010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 trúc dễ mở rộng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4F8C7C-D774-FB9C-30C8-C7C037E45B67}"/>
              </a:ext>
            </a:extLst>
          </p:cNvPr>
          <p:cNvCxnSpPr>
            <a:cxnSpLocks/>
            <a:stCxn id="2" idx="1"/>
            <a:endCxn id="5" idx="5"/>
          </p:cNvCxnSpPr>
          <p:nvPr/>
        </p:nvCxnSpPr>
        <p:spPr>
          <a:xfrm flipH="1" flipV="1">
            <a:off x="4484827" y="2567013"/>
            <a:ext cx="662858" cy="2234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945FBE-B18B-17B3-A534-F2FFAB2B4AD2}"/>
              </a:ext>
            </a:extLst>
          </p:cNvPr>
          <p:cNvCxnSpPr>
            <a:stCxn id="2" idx="3"/>
            <a:endCxn id="6" idx="7"/>
          </p:cNvCxnSpPr>
          <p:nvPr/>
        </p:nvCxnSpPr>
        <p:spPr>
          <a:xfrm flipH="1">
            <a:off x="4405596" y="4067496"/>
            <a:ext cx="742089" cy="4469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5BAFB3-7492-5EA0-04ED-33345C5D7C61}"/>
              </a:ext>
            </a:extLst>
          </p:cNvPr>
          <p:cNvCxnSpPr>
            <a:stCxn id="2" idx="5"/>
            <a:endCxn id="10" idx="1"/>
          </p:cNvCxnSpPr>
          <p:nvPr/>
        </p:nvCxnSpPr>
        <p:spPr>
          <a:xfrm>
            <a:off x="7044315" y="4067496"/>
            <a:ext cx="662858" cy="391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64C0BA-48F1-0279-7841-32894E6262A4}"/>
              </a:ext>
            </a:extLst>
          </p:cNvPr>
          <p:cNvCxnSpPr>
            <a:stCxn id="2" idx="7"/>
          </p:cNvCxnSpPr>
          <p:nvPr/>
        </p:nvCxnSpPr>
        <p:spPr>
          <a:xfrm flipV="1">
            <a:off x="7044315" y="2526030"/>
            <a:ext cx="545205" cy="2644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B01216-492A-B15F-39E0-0EAAC63B01C7}"/>
              </a:ext>
            </a:extLst>
          </p:cNvPr>
          <p:cNvCxnSpPr>
            <a:stCxn id="5" idx="2"/>
            <a:endCxn id="4" idx="3"/>
          </p:cNvCxnSpPr>
          <p:nvPr/>
        </p:nvCxnSpPr>
        <p:spPr>
          <a:xfrm flipH="1" flipV="1">
            <a:off x="2150745" y="2179320"/>
            <a:ext cx="760095" cy="819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DFD0F8-AD31-F595-B2DF-2C6B0FED6ADF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 flipH="1" flipV="1">
            <a:off x="3402330" y="916634"/>
            <a:ext cx="430530" cy="912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B88DF3-E08B-F05D-B62D-3A553AE1C6FB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8359140" y="811860"/>
            <a:ext cx="327660" cy="10169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086B33-5B88-68F4-F5E4-F72BEB69127C}"/>
              </a:ext>
            </a:extLst>
          </p:cNvPr>
          <p:cNvCxnSpPr>
            <a:stCxn id="7" idx="6"/>
            <a:endCxn id="9" idx="1"/>
          </p:cNvCxnSpPr>
          <p:nvPr/>
        </p:nvCxnSpPr>
        <p:spPr>
          <a:xfrm flipV="1">
            <a:off x="9281160" y="2085975"/>
            <a:ext cx="922020" cy="175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D2DE2B-88DB-8FE5-42DC-588C2253EA3D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9011107" y="886154"/>
            <a:ext cx="1142543" cy="10693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29DAF2-E2FE-8BE0-28DF-37A001244C41}"/>
              </a:ext>
            </a:extLst>
          </p:cNvPr>
          <p:cNvCxnSpPr>
            <a:stCxn id="10" idx="6"/>
            <a:endCxn id="11" idx="1"/>
          </p:cNvCxnSpPr>
          <p:nvPr/>
        </p:nvCxnSpPr>
        <p:spPr>
          <a:xfrm>
            <a:off x="9281160" y="4764405"/>
            <a:ext cx="838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8EC1AA-44C0-297B-868E-2182A652E7C1}"/>
              </a:ext>
            </a:extLst>
          </p:cNvPr>
          <p:cNvCxnSpPr>
            <a:stCxn id="10" idx="5"/>
            <a:endCxn id="12" idx="0"/>
          </p:cNvCxnSpPr>
          <p:nvPr/>
        </p:nvCxnSpPr>
        <p:spPr>
          <a:xfrm>
            <a:off x="9011107" y="5070183"/>
            <a:ext cx="597713" cy="5076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10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14C0BE-37D6-77B4-38B8-5477DFAEF41C}"/>
              </a:ext>
            </a:extLst>
          </p:cNvPr>
          <p:cNvGrpSpPr/>
          <p:nvPr/>
        </p:nvGrpSpPr>
        <p:grpSpPr>
          <a:xfrm>
            <a:off x="146303" y="105156"/>
            <a:ext cx="11929881" cy="6029956"/>
            <a:chOff x="146303" y="105156"/>
            <a:chExt cx="11929881" cy="602995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C0B364E-9D90-64CF-EE9A-A0106BA27474}"/>
                </a:ext>
              </a:extLst>
            </p:cNvPr>
            <p:cNvSpPr/>
            <p:nvPr/>
          </p:nvSpPr>
          <p:spPr>
            <a:xfrm>
              <a:off x="146304" y="187452"/>
              <a:ext cx="1591056" cy="5303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Thu thập dữ liệu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(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Collecting</a:t>
              </a:r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data</a:t>
              </a:r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)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9149CF4-2B03-7E86-92B8-78C2E8CCD61F}"/>
                </a:ext>
              </a:extLst>
            </p:cNvPr>
            <p:cNvSpPr/>
            <p:nvPr/>
          </p:nvSpPr>
          <p:spPr>
            <a:xfrm>
              <a:off x="2228088" y="187452"/>
              <a:ext cx="1676400" cy="5303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Tiền xử lý dữ liệu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(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Preprocessing</a:t>
              </a:r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data</a:t>
              </a:r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)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2FCEE69-E7C6-B0BC-7221-2D5531C0F05E}"/>
                </a:ext>
              </a:extLst>
            </p:cNvPr>
            <p:cNvSpPr/>
            <p:nvPr/>
          </p:nvSpPr>
          <p:spPr>
            <a:xfrm>
              <a:off x="4395216" y="187452"/>
              <a:ext cx="1456944" cy="5303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Phân đoạn dữ liệu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(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Chunking</a:t>
              </a:r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data</a:t>
              </a:r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)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" name="Cylinder 5">
              <a:extLst>
                <a:ext uri="{FF2B5EF4-FFF2-40B4-BE49-F238E27FC236}">
                  <a16:creationId xmlns:a16="http://schemas.microsoft.com/office/drawing/2014/main" id="{74A74C67-E73B-6C07-A7EF-03FC8E1C9209}"/>
                </a:ext>
              </a:extLst>
            </p:cNvPr>
            <p:cNvSpPr/>
            <p:nvPr/>
          </p:nvSpPr>
          <p:spPr>
            <a:xfrm>
              <a:off x="6347699" y="132588"/>
              <a:ext cx="1456944" cy="644652"/>
            </a:xfrm>
            <a:prstGeom prst="can">
              <a:avLst>
                <a:gd name="adj" fmla="val 1250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Dữ liệu chuẩn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(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Cleaned</a:t>
              </a:r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data</a:t>
              </a:r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)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BB5996C8-63F9-DD2B-5367-2334A49E3D1C}"/>
                </a:ext>
              </a:extLst>
            </p:cNvPr>
            <p:cNvSpPr/>
            <p:nvPr/>
          </p:nvSpPr>
          <p:spPr>
            <a:xfrm>
              <a:off x="10553140" y="105156"/>
              <a:ext cx="1523044" cy="585216"/>
            </a:xfrm>
            <a:prstGeom prst="cube">
              <a:avLst>
                <a:gd name="adj" fmla="val 1944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Các 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model</a:t>
              </a:r>
              <a:endParaRPr lang="vi-VN" sz="13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embedding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7032E416-3072-CA65-BFB7-B4D384B9BA0D}"/>
                </a:ext>
              </a:extLst>
            </p:cNvPr>
            <p:cNvSpPr/>
            <p:nvPr/>
          </p:nvSpPr>
          <p:spPr>
            <a:xfrm>
              <a:off x="8450421" y="1226820"/>
              <a:ext cx="1511804" cy="530352"/>
            </a:xfrm>
            <a:prstGeom prst="cube">
              <a:avLst>
                <a:gd name="adj" fmla="val 1944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Model</a:t>
              </a:r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embedding</a:t>
              </a:r>
              <a:endParaRPr lang="vi-VN" sz="13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tốt nhất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4" name="Cylinder 13">
              <a:extLst>
                <a:ext uri="{FF2B5EF4-FFF2-40B4-BE49-F238E27FC236}">
                  <a16:creationId xmlns:a16="http://schemas.microsoft.com/office/drawing/2014/main" id="{5CA7FCE2-8826-2AC2-A35A-B7D56C453B2A}"/>
                </a:ext>
              </a:extLst>
            </p:cNvPr>
            <p:cNvSpPr/>
            <p:nvPr/>
          </p:nvSpPr>
          <p:spPr>
            <a:xfrm>
              <a:off x="10553140" y="1281684"/>
              <a:ext cx="1523044" cy="1691640"/>
            </a:xfrm>
            <a:prstGeom prst="can">
              <a:avLst>
                <a:gd name="adj" fmla="val 106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Lưu trữ dữ liệu</a:t>
              </a:r>
            </a:p>
            <a:p>
              <a:pPr algn="ctr"/>
              <a:r>
                <a:rPr lang="vi-VN" sz="13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vector</a:t>
              </a:r>
              <a:r>
                <a:rPr lang="vi-VN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sz="13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</a:t>
              </a:r>
              <a:endPara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B61B3EEB-3B71-FA44-D12A-08CB3E46A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12522" y="3226500"/>
              <a:ext cx="1003931" cy="1003931"/>
            </a:xfrm>
            <a:prstGeom prst="rect">
              <a:avLst/>
            </a:prstGeom>
          </p:spPr>
        </p:pic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6EAC2B4-7E02-37B2-CEB3-63863C0A676D}"/>
                </a:ext>
              </a:extLst>
            </p:cNvPr>
            <p:cNvSpPr/>
            <p:nvPr/>
          </p:nvSpPr>
          <p:spPr>
            <a:xfrm>
              <a:off x="6347700" y="1281684"/>
              <a:ext cx="1456943" cy="5303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Thông tin được trích xuất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3F988E7-AA09-988C-9F5A-31716BD85BB6}"/>
                </a:ext>
              </a:extLst>
            </p:cNvPr>
            <p:cNvSpPr/>
            <p:nvPr/>
          </p:nvSpPr>
          <p:spPr>
            <a:xfrm>
              <a:off x="8388052" y="192024"/>
              <a:ext cx="1523043" cy="5303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Đánh giá </a:t>
              </a:r>
              <a:r>
                <a:rPr lang="vi-VN" sz="13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r>
                <a:rPr lang="vi-VN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sz="13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</a:t>
              </a:r>
              <a:endPara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B4C4D39-4345-51F9-F870-BDBBD7720C2F}"/>
                </a:ext>
              </a:extLst>
            </p:cNvPr>
            <p:cNvSpPr/>
            <p:nvPr/>
          </p:nvSpPr>
          <p:spPr>
            <a:xfrm>
              <a:off x="4395216" y="1281684"/>
              <a:ext cx="1456944" cy="5303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Trích xuất thông tin câu hỏi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8F6C086B-973C-E6F8-D0E8-04E58C696C4E}"/>
                </a:ext>
              </a:extLst>
            </p:cNvPr>
            <p:cNvSpPr/>
            <p:nvPr/>
          </p:nvSpPr>
          <p:spPr>
            <a:xfrm>
              <a:off x="2223277" y="1235964"/>
              <a:ext cx="1676400" cy="530352"/>
            </a:xfrm>
            <a:prstGeom prst="cube">
              <a:avLst>
                <a:gd name="adj" fmla="val 177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LLM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8ACB595-AD1A-F1AC-4471-A5D6994010FF}"/>
                </a:ext>
              </a:extLst>
            </p:cNvPr>
            <p:cNvSpPr/>
            <p:nvPr/>
          </p:nvSpPr>
          <p:spPr>
            <a:xfrm>
              <a:off x="146303" y="1263396"/>
              <a:ext cx="1597981" cy="5730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Câu hỏi văn bản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72AD4ED-D215-BCF5-4367-51D1C1768014}"/>
                </a:ext>
              </a:extLst>
            </p:cNvPr>
            <p:cNvSpPr/>
            <p:nvPr/>
          </p:nvSpPr>
          <p:spPr>
            <a:xfrm>
              <a:off x="146304" y="2250948"/>
              <a:ext cx="1591056" cy="7223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Xử lý âm thanh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(Khử ồn, phát hiện 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câu hỏi…)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B3349750-6CDB-9E22-4332-CDD7F2259EA3}"/>
                </a:ext>
              </a:extLst>
            </p:cNvPr>
            <p:cNvSpPr/>
            <p:nvPr/>
          </p:nvSpPr>
          <p:spPr>
            <a:xfrm>
              <a:off x="8392925" y="2250948"/>
              <a:ext cx="1524983" cy="7223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Trích xuất thông tin liên quan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8" name="Cylinder 57">
              <a:extLst>
                <a:ext uri="{FF2B5EF4-FFF2-40B4-BE49-F238E27FC236}">
                  <a16:creationId xmlns:a16="http://schemas.microsoft.com/office/drawing/2014/main" id="{1F705B23-A2C5-20CD-FB48-3BF6D93C260F}"/>
                </a:ext>
              </a:extLst>
            </p:cNvPr>
            <p:cNvSpPr/>
            <p:nvPr/>
          </p:nvSpPr>
          <p:spPr>
            <a:xfrm>
              <a:off x="6347700" y="2252472"/>
              <a:ext cx="1456944" cy="722376"/>
            </a:xfrm>
            <a:prstGeom prst="can">
              <a:avLst>
                <a:gd name="adj" fmla="val 13615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CSDL thông tin người dùng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60F8AE3-D622-49E0-1D43-B08132CFF553}"/>
                </a:ext>
              </a:extLst>
            </p:cNvPr>
            <p:cNvSpPr/>
            <p:nvPr/>
          </p:nvSpPr>
          <p:spPr>
            <a:xfrm>
              <a:off x="10553140" y="3412236"/>
              <a:ext cx="1523044" cy="6324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Tạo </a:t>
              </a:r>
              <a:r>
                <a:rPr lang="vi-VN" sz="1300" dirty="0" err="1">
                  <a:solidFill>
                    <a:schemeClr val="tx1"/>
                  </a:solidFill>
                  <a:latin typeface="+mj-lt"/>
                </a:rPr>
                <a:t>prompt</a:t>
              </a:r>
              <a:endParaRPr lang="vi-VN" sz="13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hoàn chỉnh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4E3894F2-818C-AE90-D888-94D9BFDCD5B0}"/>
                </a:ext>
              </a:extLst>
            </p:cNvPr>
            <p:cNvSpPr/>
            <p:nvPr/>
          </p:nvSpPr>
          <p:spPr>
            <a:xfrm>
              <a:off x="8450119" y="4418076"/>
              <a:ext cx="1524983" cy="632460"/>
            </a:xfrm>
            <a:prstGeom prst="cube">
              <a:avLst>
                <a:gd name="adj" fmla="val 177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LLM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1E4DF0B0-F346-2566-481E-A85FB3B965F7}"/>
                </a:ext>
              </a:extLst>
            </p:cNvPr>
            <p:cNvSpPr/>
            <p:nvPr/>
          </p:nvSpPr>
          <p:spPr>
            <a:xfrm>
              <a:off x="4395214" y="3412236"/>
              <a:ext cx="1467079" cy="6324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Bộ phân tích hành vi người dùng</a:t>
              </a:r>
            </a:p>
          </p:txBody>
        </p:sp>
        <p:sp>
          <p:nvSpPr>
            <p:cNvPr id="62" name="Cylinder 61">
              <a:extLst>
                <a:ext uri="{FF2B5EF4-FFF2-40B4-BE49-F238E27FC236}">
                  <a16:creationId xmlns:a16="http://schemas.microsoft.com/office/drawing/2014/main" id="{C8A51440-C671-1AD6-13D0-D3C9616FFD12}"/>
                </a:ext>
              </a:extLst>
            </p:cNvPr>
            <p:cNvSpPr/>
            <p:nvPr/>
          </p:nvSpPr>
          <p:spPr>
            <a:xfrm>
              <a:off x="4395215" y="2252472"/>
              <a:ext cx="1456944" cy="722376"/>
            </a:xfrm>
            <a:prstGeom prst="can">
              <a:avLst>
                <a:gd name="adj" fmla="val 13615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CSDL trò chuyện và tương tác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3899F772-0CBC-E699-B579-32F74EB3BB74}"/>
                </a:ext>
              </a:extLst>
            </p:cNvPr>
            <p:cNvSpPr/>
            <p:nvPr/>
          </p:nvSpPr>
          <p:spPr>
            <a:xfrm>
              <a:off x="4395214" y="4472940"/>
              <a:ext cx="2220657" cy="6324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Bộ phân tích cú pháp và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dữ liệu phản hồi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8204FD2E-58F6-6EA4-7B0A-E03496EDED60}"/>
                </a:ext>
              </a:extLst>
            </p:cNvPr>
            <p:cNvSpPr/>
            <p:nvPr/>
          </p:nvSpPr>
          <p:spPr>
            <a:xfrm>
              <a:off x="146304" y="3380232"/>
              <a:ext cx="1591056" cy="273710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Các chức năng người dùng tùy ý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***</a:t>
              </a:r>
            </a:p>
            <a:p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- Đăng nhập/xuất</a:t>
              </a:r>
            </a:p>
            <a:p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- Thay đổi LLM, các chỉ số…</a:t>
              </a:r>
            </a:p>
            <a:p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- Xóa/tạo hội thoại</a:t>
              </a:r>
            </a:p>
            <a:p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- Cài đặt giao diện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…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6BD43CE7-DA56-A790-271E-5D66D054134E}"/>
                </a:ext>
              </a:extLst>
            </p:cNvPr>
            <p:cNvSpPr/>
            <p:nvPr/>
          </p:nvSpPr>
          <p:spPr>
            <a:xfrm>
              <a:off x="8397195" y="3412236"/>
              <a:ext cx="1511805" cy="6324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Thông tin ngữ cảnh trò chuyện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B2024C0-8DF9-D283-83F9-B1C79C487FAC}"/>
                </a:ext>
              </a:extLst>
            </p:cNvPr>
            <p:cNvSpPr/>
            <p:nvPr/>
          </p:nvSpPr>
          <p:spPr>
            <a:xfrm>
              <a:off x="8450119" y="5448300"/>
              <a:ext cx="1919177" cy="6324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Xử lý sau phản hồi và</a:t>
              </a:r>
            </a:p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trích xuất thông tin</a:t>
              </a:r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C1F2C232-53FA-4E1A-2D61-CF95F7E39DAF}"/>
                </a:ext>
              </a:extLst>
            </p:cNvPr>
            <p:cNvSpPr/>
            <p:nvPr/>
          </p:nvSpPr>
          <p:spPr>
            <a:xfrm>
              <a:off x="6425763" y="5393436"/>
              <a:ext cx="1197834" cy="632460"/>
            </a:xfrm>
            <a:prstGeom prst="cube">
              <a:avLst>
                <a:gd name="adj" fmla="val 177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LLM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5244915-63A2-76F6-EE6C-AC60D11423EA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1737360" y="452628"/>
              <a:ext cx="4907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CB564DD-A9C2-4D81-C32E-ABF1A1F82414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3904488" y="452628"/>
              <a:ext cx="4907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DDC645D-7760-D5AD-0735-A1A545F54CB6}"/>
                </a:ext>
              </a:extLst>
            </p:cNvPr>
            <p:cNvCxnSpPr>
              <a:stCxn id="5" idx="3"/>
              <a:endCxn id="6" idx="2"/>
            </p:cNvCxnSpPr>
            <p:nvPr/>
          </p:nvCxnSpPr>
          <p:spPr>
            <a:xfrm>
              <a:off x="5852160" y="452628"/>
              <a:ext cx="495539" cy="22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0E47978-4563-1DAC-40A3-E275FFD7AB75}"/>
                </a:ext>
              </a:extLst>
            </p:cNvPr>
            <p:cNvCxnSpPr>
              <a:stCxn id="6" idx="4"/>
              <a:endCxn id="23" idx="1"/>
            </p:cNvCxnSpPr>
            <p:nvPr/>
          </p:nvCxnSpPr>
          <p:spPr>
            <a:xfrm>
              <a:off x="7804643" y="454914"/>
              <a:ext cx="583409" cy="228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3369A63-B9FA-176B-E93A-AE83A9654719}"/>
                </a:ext>
              </a:extLst>
            </p:cNvPr>
            <p:cNvCxnSpPr>
              <a:cxnSpLocks/>
              <a:stCxn id="9" idx="2"/>
              <a:endCxn id="23" idx="3"/>
            </p:cNvCxnSpPr>
            <p:nvPr/>
          </p:nvCxnSpPr>
          <p:spPr>
            <a:xfrm flipH="1">
              <a:off x="9911095" y="454659"/>
              <a:ext cx="642045" cy="254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E8773F0-1B13-2B0F-3341-31339A3DABF0}"/>
                </a:ext>
              </a:extLst>
            </p:cNvPr>
            <p:cNvCxnSpPr>
              <a:cxnSpLocks/>
            </p:cNvCxnSpPr>
            <p:nvPr/>
          </p:nvCxnSpPr>
          <p:spPr>
            <a:xfrm>
              <a:off x="9387318" y="722376"/>
              <a:ext cx="5188" cy="60756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72047F34-37A9-DBEA-8593-094A562B174A}"/>
                </a:ext>
              </a:extLst>
            </p:cNvPr>
            <p:cNvCxnSpPr>
              <a:stCxn id="13" idx="5"/>
              <a:endCxn id="14" idx="2"/>
            </p:cNvCxnSpPr>
            <p:nvPr/>
          </p:nvCxnSpPr>
          <p:spPr>
            <a:xfrm>
              <a:off x="9962225" y="1440435"/>
              <a:ext cx="590915" cy="687069"/>
            </a:xfrm>
            <a:prstGeom prst="bentConnector3">
              <a:avLst>
                <a:gd name="adj1" fmla="val 4690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D113A5D-A04C-85D6-EEF1-7AF4A5A7B529}"/>
                </a:ext>
              </a:extLst>
            </p:cNvPr>
            <p:cNvCxnSpPr>
              <a:cxnSpLocks/>
              <a:stCxn id="17" idx="0"/>
              <a:endCxn id="54" idx="3"/>
            </p:cNvCxnSpPr>
            <p:nvPr/>
          </p:nvCxnSpPr>
          <p:spPr>
            <a:xfrm flipV="1">
              <a:off x="3014488" y="1766316"/>
              <a:ext cx="0" cy="146018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4C950E8-EE34-B49E-0895-F6A548ADDA64}"/>
                </a:ext>
              </a:extLst>
            </p:cNvPr>
            <p:cNvCxnSpPr>
              <a:cxnSpLocks/>
              <a:stCxn id="54" idx="4"/>
              <a:endCxn id="24" idx="1"/>
            </p:cNvCxnSpPr>
            <p:nvPr/>
          </p:nvCxnSpPr>
          <p:spPr>
            <a:xfrm flipV="1">
              <a:off x="3805699" y="1546860"/>
              <a:ext cx="589517" cy="12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3C549D6-FF4C-1B45-A3ED-0E21615A9748}"/>
                </a:ext>
              </a:extLst>
            </p:cNvPr>
            <p:cNvCxnSpPr>
              <a:stCxn id="24" idx="3"/>
              <a:endCxn id="20" idx="1"/>
            </p:cNvCxnSpPr>
            <p:nvPr/>
          </p:nvCxnSpPr>
          <p:spPr>
            <a:xfrm>
              <a:off x="5852160" y="1546860"/>
              <a:ext cx="4955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1B7315D-9A18-0B39-00A8-C588E9030025}"/>
                </a:ext>
              </a:extLst>
            </p:cNvPr>
            <p:cNvCxnSpPr>
              <a:stCxn id="20" idx="3"/>
              <a:endCxn id="13" idx="2"/>
            </p:cNvCxnSpPr>
            <p:nvPr/>
          </p:nvCxnSpPr>
          <p:spPr>
            <a:xfrm flipV="1">
              <a:off x="7804643" y="1543557"/>
              <a:ext cx="645778" cy="33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2D58ECA-A51C-44FD-6730-EF8763337F5D}"/>
                </a:ext>
              </a:extLst>
            </p:cNvPr>
            <p:cNvCxnSpPr>
              <a:stCxn id="20" idx="2"/>
              <a:endCxn id="58" idx="0"/>
            </p:cNvCxnSpPr>
            <p:nvPr/>
          </p:nvCxnSpPr>
          <p:spPr>
            <a:xfrm>
              <a:off x="7076172" y="1812036"/>
              <a:ext cx="0" cy="5387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45D5B8B-7D4E-1036-130C-40C221BDBEBF}"/>
                </a:ext>
              </a:extLst>
            </p:cNvPr>
            <p:cNvCxnSpPr>
              <a:stCxn id="13" idx="3"/>
              <a:endCxn id="57" idx="0"/>
            </p:cNvCxnSpPr>
            <p:nvPr/>
          </p:nvCxnSpPr>
          <p:spPr>
            <a:xfrm>
              <a:off x="9154762" y="1757172"/>
              <a:ext cx="655" cy="4937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E0B055F-0174-51C2-9763-EADAF4604B8C}"/>
                </a:ext>
              </a:extLst>
            </p:cNvPr>
            <p:cNvCxnSpPr/>
            <p:nvPr/>
          </p:nvCxnSpPr>
          <p:spPr>
            <a:xfrm>
              <a:off x="9917908" y="2496408"/>
              <a:ext cx="6352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E561A5F-68EC-D7F0-3EDD-EA2C39CA007E}"/>
                </a:ext>
              </a:extLst>
            </p:cNvPr>
            <p:cNvCxnSpPr/>
            <p:nvPr/>
          </p:nvCxnSpPr>
          <p:spPr>
            <a:xfrm flipH="1">
              <a:off x="9917908" y="2679192"/>
              <a:ext cx="6352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C20B47F-2C45-9A57-01AE-77327090404B}"/>
                </a:ext>
              </a:extLst>
            </p:cNvPr>
            <p:cNvCxnSpPr/>
            <p:nvPr/>
          </p:nvCxnSpPr>
          <p:spPr>
            <a:xfrm>
              <a:off x="7804643" y="2688432"/>
              <a:ext cx="5834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0A3D7F3-CCCD-DBE5-9A80-EB9BDF0943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4643" y="2487264"/>
              <a:ext cx="5882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93CE6EB-5F08-2544-FBEF-9F402634C635}"/>
                </a:ext>
              </a:extLst>
            </p:cNvPr>
            <p:cNvCxnSpPr>
              <a:stCxn id="57" idx="2"/>
              <a:endCxn id="65" idx="0"/>
            </p:cNvCxnSpPr>
            <p:nvPr/>
          </p:nvCxnSpPr>
          <p:spPr>
            <a:xfrm flipH="1">
              <a:off x="9153098" y="2973324"/>
              <a:ext cx="2319" cy="4389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2BF4B43-010E-23AE-6AD0-F5E5F96FEA61}"/>
                </a:ext>
              </a:extLst>
            </p:cNvPr>
            <p:cNvCxnSpPr>
              <a:stCxn id="65" idx="3"/>
              <a:endCxn id="59" idx="1"/>
            </p:cNvCxnSpPr>
            <p:nvPr/>
          </p:nvCxnSpPr>
          <p:spPr>
            <a:xfrm>
              <a:off x="9909000" y="3728466"/>
              <a:ext cx="6441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5499AD5B-5E5D-6CD8-7D9B-11CB9F71C4DE}"/>
                </a:ext>
              </a:extLst>
            </p:cNvPr>
            <p:cNvCxnSpPr>
              <a:stCxn id="65" idx="2"/>
              <a:endCxn id="60" idx="1"/>
            </p:cNvCxnSpPr>
            <p:nvPr/>
          </p:nvCxnSpPr>
          <p:spPr>
            <a:xfrm>
              <a:off x="9153098" y="4044696"/>
              <a:ext cx="3477" cy="4854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674953EC-953A-2AA2-509D-D07E52184CE1}"/>
                </a:ext>
              </a:extLst>
            </p:cNvPr>
            <p:cNvCxnSpPr>
              <a:stCxn id="59" idx="2"/>
              <a:endCxn id="60" idx="4"/>
            </p:cNvCxnSpPr>
            <p:nvPr/>
          </p:nvCxnSpPr>
          <p:spPr>
            <a:xfrm rot="5400000">
              <a:off x="10216023" y="3691703"/>
              <a:ext cx="745646" cy="145163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818D712-06F0-C025-7D3D-D319D7101436}"/>
                </a:ext>
              </a:extLst>
            </p:cNvPr>
            <p:cNvCxnSpPr>
              <a:cxnSpLocks/>
              <a:stCxn id="60" idx="2"/>
              <a:endCxn id="63" idx="3"/>
            </p:cNvCxnSpPr>
            <p:nvPr/>
          </p:nvCxnSpPr>
          <p:spPr>
            <a:xfrm flipH="1" flipV="1">
              <a:off x="6615871" y="4789170"/>
              <a:ext cx="1834248" cy="11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Connector: Elbow 97">
              <a:extLst>
                <a:ext uri="{FF2B5EF4-FFF2-40B4-BE49-F238E27FC236}">
                  <a16:creationId xmlns:a16="http://schemas.microsoft.com/office/drawing/2014/main" id="{CF2047C0-B234-454C-A941-7704BDE22454}"/>
                </a:ext>
              </a:extLst>
            </p:cNvPr>
            <p:cNvCxnSpPr>
              <a:cxnSpLocks/>
              <a:stCxn id="63" idx="1"/>
              <a:endCxn id="17" idx="2"/>
            </p:cNvCxnSpPr>
            <p:nvPr/>
          </p:nvCxnSpPr>
          <p:spPr>
            <a:xfrm rot="10800000">
              <a:off x="3014488" y="4230432"/>
              <a:ext cx="1380726" cy="55873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F0C8EDDE-1843-CBCA-C82D-2EE433AEB7B4}"/>
                </a:ext>
              </a:extLst>
            </p:cNvPr>
            <p:cNvCxnSpPr>
              <a:cxnSpLocks/>
              <a:stCxn id="63" idx="2"/>
              <a:endCxn id="67" idx="2"/>
            </p:cNvCxnSpPr>
            <p:nvPr/>
          </p:nvCxnSpPr>
          <p:spPr>
            <a:xfrm rot="16200000" flipH="1">
              <a:off x="5635502" y="4975441"/>
              <a:ext cx="660302" cy="920220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6DF0944B-DF3B-FBF9-B2FA-2ACBDE23B968}"/>
                </a:ext>
              </a:extLst>
            </p:cNvPr>
            <p:cNvCxnSpPr>
              <a:cxnSpLocks/>
              <a:endCxn id="61" idx="1"/>
            </p:cNvCxnSpPr>
            <p:nvPr/>
          </p:nvCxnSpPr>
          <p:spPr>
            <a:xfrm>
              <a:off x="3516453" y="3728465"/>
              <a:ext cx="878761" cy="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3DEFA6A6-54D3-A975-2E74-ACF839F82619}"/>
                </a:ext>
              </a:extLst>
            </p:cNvPr>
            <p:cNvCxnSpPr>
              <a:cxnSpLocks/>
              <a:endCxn id="62" idx="3"/>
            </p:cNvCxnSpPr>
            <p:nvPr/>
          </p:nvCxnSpPr>
          <p:spPr>
            <a:xfrm flipH="1" flipV="1">
              <a:off x="5123687" y="2974848"/>
              <a:ext cx="10134" cy="40538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452208B9-71BD-B2E0-3CE2-EE501E854A49}"/>
                </a:ext>
              </a:extLst>
            </p:cNvPr>
            <p:cNvCxnSpPr>
              <a:cxnSpLocks/>
              <a:stCxn id="67" idx="4"/>
              <a:endCxn id="66" idx="1"/>
            </p:cNvCxnSpPr>
            <p:nvPr/>
          </p:nvCxnSpPr>
          <p:spPr>
            <a:xfrm flipV="1">
              <a:off x="7511525" y="5764530"/>
              <a:ext cx="938594" cy="117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Connector: Elbow 112">
              <a:extLst>
                <a:ext uri="{FF2B5EF4-FFF2-40B4-BE49-F238E27FC236}">
                  <a16:creationId xmlns:a16="http://schemas.microsoft.com/office/drawing/2014/main" id="{E9FC4317-5ABC-E301-8B89-0205BE05C6C3}"/>
                </a:ext>
              </a:extLst>
            </p:cNvPr>
            <p:cNvCxnSpPr>
              <a:cxnSpLocks/>
              <a:stCxn id="66" idx="0"/>
              <a:endCxn id="58" idx="3"/>
            </p:cNvCxnSpPr>
            <p:nvPr/>
          </p:nvCxnSpPr>
          <p:spPr>
            <a:xfrm rot="16200000" flipV="1">
              <a:off x="7006214" y="3044806"/>
              <a:ext cx="2473452" cy="2333536"/>
            </a:xfrm>
            <a:prstGeom prst="bentConnector3">
              <a:avLst>
                <a:gd name="adj1" fmla="val 10444"/>
              </a:avLst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888B481-7A39-096A-3CD3-DE70ED41D2BB}"/>
                </a:ext>
              </a:extLst>
            </p:cNvPr>
            <p:cNvCxnSpPr>
              <a:cxnSpLocks/>
              <a:stCxn id="64" idx="3"/>
            </p:cNvCxnSpPr>
            <p:nvPr/>
          </p:nvCxnSpPr>
          <p:spPr>
            <a:xfrm>
              <a:off x="1737360" y="4748784"/>
              <a:ext cx="393192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997A810C-FDE1-B67A-673F-F3A557A0CB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2932" y="3728465"/>
              <a:ext cx="0" cy="10203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8767D13-55AF-5E73-A0F8-293F3EB6BE56}"/>
                </a:ext>
              </a:extLst>
            </p:cNvPr>
            <p:cNvCxnSpPr>
              <a:cxnSpLocks/>
            </p:cNvCxnSpPr>
            <p:nvPr/>
          </p:nvCxnSpPr>
          <p:spPr>
            <a:xfrm>
              <a:off x="2121408" y="3728465"/>
              <a:ext cx="466344" cy="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Connector: Elbow 165">
              <a:extLst>
                <a:ext uri="{FF2B5EF4-FFF2-40B4-BE49-F238E27FC236}">
                  <a16:creationId xmlns:a16="http://schemas.microsoft.com/office/drawing/2014/main" id="{81C65EEC-4071-5E36-0065-18102D4C3BE8}"/>
                </a:ext>
              </a:extLst>
            </p:cNvPr>
            <p:cNvCxnSpPr>
              <a:cxnSpLocks/>
              <a:endCxn id="56" idx="3"/>
            </p:cNvCxnSpPr>
            <p:nvPr/>
          </p:nvCxnSpPr>
          <p:spPr>
            <a:xfrm rot="10800000">
              <a:off x="1737361" y="2612136"/>
              <a:ext cx="1152317" cy="611124"/>
            </a:xfrm>
            <a:prstGeom prst="bentConnector3">
              <a:avLst>
                <a:gd name="adj1" fmla="val 73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43D634BE-31AE-A930-E307-79675B0A6951}"/>
                </a:ext>
              </a:extLst>
            </p:cNvPr>
            <p:cNvCxnSpPr>
              <a:cxnSpLocks/>
              <a:stCxn id="56" idx="0"/>
              <a:endCxn id="55" idx="2"/>
            </p:cNvCxnSpPr>
            <p:nvPr/>
          </p:nvCxnSpPr>
          <p:spPr>
            <a:xfrm flipV="1">
              <a:off x="941832" y="1836420"/>
              <a:ext cx="3462" cy="4145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E8C2BC04-FB25-AFA6-0C83-90D85821B5FD}"/>
                </a:ext>
              </a:extLst>
            </p:cNvPr>
            <p:cNvCxnSpPr>
              <a:cxnSpLocks/>
              <a:stCxn id="55" idx="3"/>
              <a:endCxn id="54" idx="2"/>
            </p:cNvCxnSpPr>
            <p:nvPr/>
          </p:nvCxnSpPr>
          <p:spPr>
            <a:xfrm flipV="1">
              <a:off x="1744284" y="1548129"/>
              <a:ext cx="478993" cy="17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Connector: Elbow 176">
              <a:extLst>
                <a:ext uri="{FF2B5EF4-FFF2-40B4-BE49-F238E27FC236}">
                  <a16:creationId xmlns:a16="http://schemas.microsoft.com/office/drawing/2014/main" id="{937361AC-5BC3-026B-3653-708B57FC540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159761" y="2487262"/>
              <a:ext cx="1249775" cy="734730"/>
            </a:xfrm>
            <a:prstGeom prst="bentConnector3">
              <a:avLst>
                <a:gd name="adj1" fmla="val 99793"/>
              </a:avLst>
            </a:prstGeom>
            <a:ln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Connector: Elbow 197">
              <a:extLst>
                <a:ext uri="{FF2B5EF4-FFF2-40B4-BE49-F238E27FC236}">
                  <a16:creationId xmlns:a16="http://schemas.microsoft.com/office/drawing/2014/main" id="{BA8F1A4B-01A4-11E8-378F-60F0E6E6EBF6}"/>
                </a:ext>
              </a:extLst>
            </p:cNvPr>
            <p:cNvCxnSpPr>
              <a:cxnSpLocks/>
              <a:endCxn id="62" idx="2"/>
            </p:cNvCxnSpPr>
            <p:nvPr/>
          </p:nvCxnSpPr>
          <p:spPr>
            <a:xfrm rot="5400000" flipH="1" flipV="1">
              <a:off x="3196786" y="3468879"/>
              <a:ext cx="2053648" cy="343210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529515B2-14A0-5DB1-33A5-B80483A985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2005" y="4667308"/>
              <a:ext cx="343209" cy="0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D03AB27B-21F2-EE19-54E3-030F281BCE77}"/>
                </a:ext>
              </a:extLst>
            </p:cNvPr>
            <p:cNvSpPr/>
            <p:nvPr/>
          </p:nvSpPr>
          <p:spPr>
            <a:xfrm>
              <a:off x="2334800" y="5412736"/>
              <a:ext cx="1591056" cy="7223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300" dirty="0">
                  <a:solidFill>
                    <a:schemeClr val="tx1"/>
                  </a:solidFill>
                  <a:latin typeface="+mj-lt"/>
                </a:rPr>
                <a:t>Chuyển văn bản thành âm thanh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228" name="Connector: Elbow 227">
              <a:extLst>
                <a:ext uri="{FF2B5EF4-FFF2-40B4-BE49-F238E27FC236}">
                  <a16:creationId xmlns:a16="http://schemas.microsoft.com/office/drawing/2014/main" id="{7D7E927B-54AD-7885-BFAA-9003CE363D33}"/>
                </a:ext>
              </a:extLst>
            </p:cNvPr>
            <p:cNvCxnSpPr>
              <a:cxnSpLocks/>
              <a:endCxn id="224" idx="3"/>
            </p:cNvCxnSpPr>
            <p:nvPr/>
          </p:nvCxnSpPr>
          <p:spPr>
            <a:xfrm rot="10800000" flipV="1">
              <a:off x="3925856" y="5113014"/>
              <a:ext cx="1197832" cy="660909"/>
            </a:xfrm>
            <a:prstGeom prst="bentConnector3">
              <a:avLst>
                <a:gd name="adj1" fmla="val -25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A46722BE-4CA8-7DD3-2630-4333F32F733F}"/>
                </a:ext>
              </a:extLst>
            </p:cNvPr>
            <p:cNvCxnSpPr/>
            <p:nvPr/>
          </p:nvCxnSpPr>
          <p:spPr>
            <a:xfrm flipV="1">
              <a:off x="2874264" y="4230431"/>
              <a:ext cx="0" cy="11746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Connector: Elbow 253">
              <a:extLst>
                <a:ext uri="{FF2B5EF4-FFF2-40B4-BE49-F238E27FC236}">
                  <a16:creationId xmlns:a16="http://schemas.microsoft.com/office/drawing/2014/main" id="{852310E1-ECBE-0632-B85C-693B6D5BBD09}"/>
                </a:ext>
              </a:extLst>
            </p:cNvPr>
            <p:cNvCxnSpPr>
              <a:cxnSpLocks/>
              <a:stCxn id="6" idx="3"/>
              <a:endCxn id="13" idx="1"/>
            </p:cNvCxnSpPr>
            <p:nvPr/>
          </p:nvCxnSpPr>
          <p:spPr>
            <a:xfrm rot="16200000" flipH="1">
              <a:off x="7839115" y="14295"/>
              <a:ext cx="552702" cy="207859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22B93CA2-65CF-9AD2-0E86-AC44B7FD0C5C}"/>
                </a:ext>
              </a:extLst>
            </p:cNvPr>
            <p:cNvSpPr txBox="1"/>
            <p:nvPr/>
          </p:nvSpPr>
          <p:spPr>
            <a:xfrm>
              <a:off x="1772212" y="134112"/>
              <a:ext cx="4090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61D55E67-B00D-8BED-A339-F3413189BEAC}"/>
                </a:ext>
              </a:extLst>
            </p:cNvPr>
            <p:cNvSpPr txBox="1"/>
            <p:nvPr/>
          </p:nvSpPr>
          <p:spPr>
            <a:xfrm>
              <a:off x="3929174" y="134112"/>
              <a:ext cx="4090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(2)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32C67A7E-6D70-06C9-0053-8516DF9413F7}"/>
                </a:ext>
              </a:extLst>
            </p:cNvPr>
            <p:cNvSpPr txBox="1"/>
            <p:nvPr/>
          </p:nvSpPr>
          <p:spPr>
            <a:xfrm>
              <a:off x="5872513" y="134112"/>
              <a:ext cx="4090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(3)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506C6AEB-3584-B844-10D1-018A0F7DFCF8}"/>
                </a:ext>
              </a:extLst>
            </p:cNvPr>
            <p:cNvSpPr txBox="1"/>
            <p:nvPr/>
          </p:nvSpPr>
          <p:spPr>
            <a:xfrm>
              <a:off x="7855913" y="134112"/>
              <a:ext cx="55335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(4.1)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B0E2ADE8-3471-6F13-21D8-7180FB0E588B}"/>
                </a:ext>
              </a:extLst>
            </p:cNvPr>
            <p:cNvSpPr txBox="1"/>
            <p:nvPr/>
          </p:nvSpPr>
          <p:spPr>
            <a:xfrm>
              <a:off x="10024057" y="134112"/>
              <a:ext cx="55335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(4.2)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107413D4-2765-49C5-21A5-A5F246165B11}"/>
                </a:ext>
              </a:extLst>
            </p:cNvPr>
            <p:cNvSpPr txBox="1"/>
            <p:nvPr/>
          </p:nvSpPr>
          <p:spPr>
            <a:xfrm>
              <a:off x="9387318" y="828386"/>
              <a:ext cx="55335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(4.3)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CA0B72E3-23AF-3415-3BEA-BEA97E9B800A}"/>
                </a:ext>
              </a:extLst>
            </p:cNvPr>
            <p:cNvSpPr txBox="1"/>
            <p:nvPr/>
          </p:nvSpPr>
          <p:spPr>
            <a:xfrm>
              <a:off x="7884959" y="749514"/>
              <a:ext cx="4090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(5)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FBD1815C-B498-6ECC-F936-4F6E255851B8}"/>
                </a:ext>
              </a:extLst>
            </p:cNvPr>
            <p:cNvSpPr txBox="1"/>
            <p:nvPr/>
          </p:nvSpPr>
          <p:spPr>
            <a:xfrm>
              <a:off x="9137586" y="1809711"/>
              <a:ext cx="49815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551C35FC-20B1-30B2-8408-717CAD357B0D}"/>
                </a:ext>
              </a:extLst>
            </p:cNvPr>
            <p:cNvSpPr txBox="1"/>
            <p:nvPr/>
          </p:nvSpPr>
          <p:spPr>
            <a:xfrm>
              <a:off x="9876321" y="1681735"/>
              <a:ext cx="4090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(6)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6E05D608-E9BE-51D7-9560-703B4F871F31}"/>
                </a:ext>
              </a:extLst>
            </p:cNvPr>
            <p:cNvSpPr txBox="1"/>
            <p:nvPr/>
          </p:nvSpPr>
          <p:spPr>
            <a:xfrm>
              <a:off x="9903603" y="3392552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(14.1)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DE2E276B-2324-A476-F504-B8EBB4EC0CF4}"/>
                </a:ext>
              </a:extLst>
            </p:cNvPr>
            <p:cNvSpPr txBox="1"/>
            <p:nvPr/>
          </p:nvSpPr>
          <p:spPr>
            <a:xfrm>
              <a:off x="9151650" y="3015957"/>
              <a:ext cx="50526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(13)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80D3B9EA-0FD0-EC27-68F6-A4AF329F7A29}"/>
                </a:ext>
              </a:extLst>
            </p:cNvPr>
            <p:cNvSpPr txBox="1"/>
            <p:nvPr/>
          </p:nvSpPr>
          <p:spPr>
            <a:xfrm>
              <a:off x="7784321" y="2173243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(12.2)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9D4C1670-B0D5-BA83-2A81-F339360E9FF3}"/>
                </a:ext>
              </a:extLst>
            </p:cNvPr>
            <p:cNvSpPr txBox="1"/>
            <p:nvPr/>
          </p:nvSpPr>
          <p:spPr>
            <a:xfrm>
              <a:off x="9939309" y="2173243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(12.1)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804844C1-05A6-2D92-B31B-484250A49FB1}"/>
                </a:ext>
              </a:extLst>
            </p:cNvPr>
            <p:cNvSpPr txBox="1"/>
            <p:nvPr/>
          </p:nvSpPr>
          <p:spPr>
            <a:xfrm>
              <a:off x="11288437" y="4255936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(14.2)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A5B0BE72-EE02-F790-A759-2788949AA62F}"/>
                </a:ext>
              </a:extLst>
            </p:cNvPr>
            <p:cNvSpPr txBox="1"/>
            <p:nvPr/>
          </p:nvSpPr>
          <p:spPr>
            <a:xfrm>
              <a:off x="9448114" y="5120304"/>
              <a:ext cx="77777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(16C.2)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0D9A538E-2FBC-F2F3-7A97-4CBF0890F0AD}"/>
                </a:ext>
              </a:extLst>
            </p:cNvPr>
            <p:cNvSpPr txBox="1"/>
            <p:nvPr/>
          </p:nvSpPr>
          <p:spPr>
            <a:xfrm>
              <a:off x="9113193" y="4091587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(14.3)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A582CEAB-1E4B-E29D-E603-FEDB1440148A}"/>
                </a:ext>
              </a:extLst>
            </p:cNvPr>
            <p:cNvSpPr txBox="1"/>
            <p:nvPr/>
          </p:nvSpPr>
          <p:spPr>
            <a:xfrm>
              <a:off x="7541659" y="4463124"/>
              <a:ext cx="50526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(15)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AFD39DFA-22B4-EA44-2E74-BBD21813E0B0}"/>
                </a:ext>
              </a:extLst>
            </p:cNvPr>
            <p:cNvSpPr txBox="1"/>
            <p:nvPr/>
          </p:nvSpPr>
          <p:spPr>
            <a:xfrm>
              <a:off x="7662944" y="5467984"/>
              <a:ext cx="77777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(16C.1)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B26CB8C6-C514-F1CC-14F8-64C42E4A17CB}"/>
                </a:ext>
              </a:extLst>
            </p:cNvPr>
            <p:cNvSpPr txBox="1"/>
            <p:nvPr/>
          </p:nvSpPr>
          <p:spPr>
            <a:xfrm>
              <a:off x="5495381" y="5280955"/>
              <a:ext cx="63350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(16C)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1BE24C1E-94FB-6DB9-1C44-235293F6B6B8}"/>
                </a:ext>
              </a:extLst>
            </p:cNvPr>
            <p:cNvSpPr txBox="1"/>
            <p:nvPr/>
          </p:nvSpPr>
          <p:spPr>
            <a:xfrm>
              <a:off x="4523296" y="5273968"/>
              <a:ext cx="63350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(16B)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1778CC2D-D547-4D70-FA88-31201997BD24}"/>
                </a:ext>
              </a:extLst>
            </p:cNvPr>
            <p:cNvSpPr txBox="1"/>
            <p:nvPr/>
          </p:nvSpPr>
          <p:spPr>
            <a:xfrm>
              <a:off x="2822873" y="4974908"/>
              <a:ext cx="77777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(16B.1)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1CCD28F8-826B-FC07-FB91-28947CEFF281}"/>
                </a:ext>
              </a:extLst>
            </p:cNvPr>
            <p:cNvSpPr txBox="1"/>
            <p:nvPr/>
          </p:nvSpPr>
          <p:spPr>
            <a:xfrm>
              <a:off x="3778002" y="4813325"/>
              <a:ext cx="64472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(16A)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99869131-941E-87CF-3E96-63408E7E167F}"/>
                </a:ext>
              </a:extLst>
            </p:cNvPr>
            <p:cNvSpPr txBox="1"/>
            <p:nvPr/>
          </p:nvSpPr>
          <p:spPr>
            <a:xfrm>
              <a:off x="3453648" y="4190239"/>
              <a:ext cx="64472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(16D)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ACEC940B-E761-D45B-3C71-5D34A962B899}"/>
                </a:ext>
              </a:extLst>
            </p:cNvPr>
            <p:cNvSpPr txBox="1"/>
            <p:nvPr/>
          </p:nvSpPr>
          <p:spPr>
            <a:xfrm>
              <a:off x="2047329" y="3405299"/>
              <a:ext cx="50526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(18)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06088D57-887B-70CF-0080-9E0171F38698}"/>
                </a:ext>
              </a:extLst>
            </p:cNvPr>
            <p:cNvSpPr txBox="1"/>
            <p:nvPr/>
          </p:nvSpPr>
          <p:spPr>
            <a:xfrm>
              <a:off x="2404446" y="2811741"/>
              <a:ext cx="53732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(7B)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BE135A3D-4206-F7E3-D6D6-EA7F5BE88389}"/>
                </a:ext>
              </a:extLst>
            </p:cNvPr>
            <p:cNvSpPr txBox="1"/>
            <p:nvPr/>
          </p:nvSpPr>
          <p:spPr>
            <a:xfrm>
              <a:off x="2498213" y="1945116"/>
              <a:ext cx="5485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(7A)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A5F7C83A-C0D9-C3BA-39D2-230A1B0A7E84}"/>
                </a:ext>
              </a:extLst>
            </p:cNvPr>
            <p:cNvSpPr txBox="1"/>
            <p:nvPr/>
          </p:nvSpPr>
          <p:spPr>
            <a:xfrm>
              <a:off x="3183240" y="2482755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(17.3)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17D0318E-D31A-40CC-A06C-CF44698FAB89}"/>
                </a:ext>
              </a:extLst>
            </p:cNvPr>
            <p:cNvSpPr txBox="1"/>
            <p:nvPr/>
          </p:nvSpPr>
          <p:spPr>
            <a:xfrm>
              <a:off x="3216024" y="3372192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(17.1)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19FC8885-F706-6FC7-9244-4DFDBD2CC8B7}"/>
                </a:ext>
              </a:extLst>
            </p:cNvPr>
            <p:cNvSpPr txBox="1"/>
            <p:nvPr/>
          </p:nvSpPr>
          <p:spPr>
            <a:xfrm>
              <a:off x="975341" y="1878291"/>
              <a:ext cx="68159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(7B.1)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108AA94C-3148-7A1C-B256-555FEAD43013}"/>
                </a:ext>
              </a:extLst>
            </p:cNvPr>
            <p:cNvSpPr txBox="1"/>
            <p:nvPr/>
          </p:nvSpPr>
          <p:spPr>
            <a:xfrm>
              <a:off x="1635956" y="1017700"/>
              <a:ext cx="68159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(7B.2)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261694D5-AB9A-2B9D-606E-BB028723A396}"/>
                </a:ext>
              </a:extLst>
            </p:cNvPr>
            <p:cNvSpPr txBox="1"/>
            <p:nvPr/>
          </p:nvSpPr>
          <p:spPr>
            <a:xfrm>
              <a:off x="3952519" y="1226916"/>
              <a:ext cx="4090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(8)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5E87B460-B410-8220-576E-E23E384857B0}"/>
                </a:ext>
              </a:extLst>
            </p:cNvPr>
            <p:cNvSpPr txBox="1"/>
            <p:nvPr/>
          </p:nvSpPr>
          <p:spPr>
            <a:xfrm>
              <a:off x="5910601" y="1226916"/>
              <a:ext cx="4090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(9)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8C3CAB20-4800-D1ED-0A69-77E11E886F2B}"/>
                </a:ext>
              </a:extLst>
            </p:cNvPr>
            <p:cNvSpPr txBox="1"/>
            <p:nvPr/>
          </p:nvSpPr>
          <p:spPr>
            <a:xfrm>
              <a:off x="7802764" y="1226916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(10.2)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88A04E50-BAC5-0C94-6CDE-0D9CA0329A0A}"/>
                </a:ext>
              </a:extLst>
            </p:cNvPr>
            <p:cNvSpPr txBox="1"/>
            <p:nvPr/>
          </p:nvSpPr>
          <p:spPr>
            <a:xfrm>
              <a:off x="6492996" y="1849413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(10.1)</a:t>
              </a:r>
              <a:endParaRPr lang="en-US" sz="1500" dirty="0">
                <a:latin typeface="+mj-lt"/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23DD19B5-7E29-83A0-1912-E3B127FD3F04}"/>
                </a:ext>
              </a:extLst>
            </p:cNvPr>
            <p:cNvSpPr txBox="1"/>
            <p:nvPr/>
          </p:nvSpPr>
          <p:spPr>
            <a:xfrm>
              <a:off x="4507260" y="3003508"/>
              <a:ext cx="64953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500" dirty="0">
                  <a:latin typeface="+mj-lt"/>
                </a:rPr>
                <a:t>(17.2)</a:t>
              </a:r>
              <a:endParaRPr lang="en-US" sz="15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7588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0F107D5-9D5B-E0D0-84F1-0A47AE1D883E}"/>
              </a:ext>
            </a:extLst>
          </p:cNvPr>
          <p:cNvGrpSpPr/>
          <p:nvPr/>
        </p:nvGrpSpPr>
        <p:grpSpPr>
          <a:xfrm>
            <a:off x="1073728" y="1811764"/>
            <a:ext cx="9795163" cy="2677109"/>
            <a:chOff x="1073728" y="1811764"/>
            <a:chExt cx="9795163" cy="2677109"/>
          </a:xfrm>
        </p:grpSpPr>
        <p:pic>
          <p:nvPicPr>
            <p:cNvPr id="2" name="Picture 1" descr="SA stack of books with a bookmark">
              <a:extLst>
                <a:ext uri="{FF2B5EF4-FFF2-40B4-BE49-F238E27FC236}">
                  <a16:creationId xmlns:a16="http://schemas.microsoft.com/office/drawing/2014/main" id="{60423C7D-AA4C-6403-A626-1419BFB8D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3728" y="1963893"/>
              <a:ext cx="1877289" cy="1787215"/>
            </a:xfrm>
            <a:prstGeom prst="rect">
              <a:avLst/>
            </a:prstGeom>
          </p:spPr>
        </p:pic>
        <p:sp>
          <p:nvSpPr>
            <p:cNvPr id="3" name="Cylinder 2">
              <a:extLst>
                <a:ext uri="{FF2B5EF4-FFF2-40B4-BE49-F238E27FC236}">
                  <a16:creationId xmlns:a16="http://schemas.microsoft.com/office/drawing/2014/main" id="{F2AFFD5C-72CF-5530-2201-42C7CC83CB3B}"/>
                </a:ext>
              </a:extLst>
            </p:cNvPr>
            <p:cNvSpPr/>
            <p:nvPr/>
          </p:nvSpPr>
          <p:spPr>
            <a:xfrm>
              <a:off x="9105917" y="2161310"/>
              <a:ext cx="1762974" cy="1390930"/>
            </a:xfrm>
            <a:prstGeom prst="can">
              <a:avLst>
                <a:gd name="adj" fmla="val 16447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vi-VN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Bộ dữ liệu về lịch sử Việt Nam (Json)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51E8469-60B8-D09D-C561-69905BD7BC5A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V="1">
              <a:off x="2951017" y="2856046"/>
              <a:ext cx="1970807" cy="14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01CEB6-2BA3-1F75-8839-4EAAE76B75B5}"/>
                </a:ext>
              </a:extLst>
            </p:cNvPr>
            <p:cNvSpPr txBox="1"/>
            <p:nvPr/>
          </p:nvSpPr>
          <p:spPr>
            <a:xfrm>
              <a:off x="1125682" y="3458720"/>
              <a:ext cx="1666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600">
                  <a:latin typeface="+mj-lt"/>
                </a:rPr>
                <a:t>Bộ SGK</a:t>
              </a:r>
            </a:p>
            <a:p>
              <a:pPr algn="ctr"/>
              <a:r>
                <a:rPr lang="vi-VN" sz="1600">
                  <a:latin typeface="+mj-lt"/>
                </a:rPr>
                <a:t>Lịch sử Việt Nam</a:t>
              </a:r>
              <a:endParaRPr lang="en-US" sz="1600">
                <a:latin typeface="+mj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1DF19C-1672-E5C4-CBC7-FCCDAD35E672}"/>
                </a:ext>
              </a:extLst>
            </p:cNvPr>
            <p:cNvSpPr txBox="1"/>
            <p:nvPr/>
          </p:nvSpPr>
          <p:spPr>
            <a:xfrm>
              <a:off x="3081292" y="2518946"/>
              <a:ext cx="16660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600">
                  <a:latin typeface="+mj-lt"/>
                </a:rPr>
                <a:t>Thu thập dữ liệu</a:t>
              </a:r>
              <a:endParaRPr lang="en-US" sz="1600">
                <a:latin typeface="+mj-lt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83C0919-7FB7-49E0-0262-66E7758416F1}"/>
                </a:ext>
              </a:extLst>
            </p:cNvPr>
            <p:cNvGrpSpPr/>
            <p:nvPr/>
          </p:nvGrpSpPr>
          <p:grpSpPr>
            <a:xfrm>
              <a:off x="5152996" y="1941647"/>
              <a:ext cx="1753493" cy="1828800"/>
              <a:chOff x="4836951" y="713950"/>
              <a:chExt cx="1753493" cy="1828800"/>
            </a:xfrm>
          </p:grpSpPr>
          <p:pic>
            <p:nvPicPr>
              <p:cNvPr id="21" name="Graphic 20" descr="Document outline">
                <a:extLst>
                  <a:ext uri="{FF2B5EF4-FFF2-40B4-BE49-F238E27FC236}">
                    <a16:creationId xmlns:a16="http://schemas.microsoft.com/office/drawing/2014/main" id="{5B3AA808-4C6E-34DA-097A-9D292DB01A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836951" y="71395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2" name="Graphic 21" descr="Document outline">
                <a:extLst>
                  <a:ext uri="{FF2B5EF4-FFF2-40B4-BE49-F238E27FC236}">
                    <a16:creationId xmlns:a16="http://schemas.microsoft.com/office/drawing/2014/main" id="{B53CFECB-0F11-00D8-1A44-26F70889D3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836951" y="162835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3" name="Graphic 22" descr="Document outline">
                <a:extLst>
                  <a:ext uri="{FF2B5EF4-FFF2-40B4-BE49-F238E27FC236}">
                    <a16:creationId xmlns:a16="http://schemas.microsoft.com/office/drawing/2014/main" id="{22D79CC6-1073-8C34-2880-3D4B923F8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76044" y="162835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4" name="Graphic 23" descr="Document outline">
                <a:extLst>
                  <a:ext uri="{FF2B5EF4-FFF2-40B4-BE49-F238E27FC236}">
                    <a16:creationId xmlns:a16="http://schemas.microsoft.com/office/drawing/2014/main" id="{79D05F1C-06FD-2D27-CBBD-DA6AD7315B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76044" y="713950"/>
                <a:ext cx="914400" cy="914400"/>
              </a:xfrm>
              <a:prstGeom prst="rect">
                <a:avLst/>
              </a:prstGeom>
            </p:spPr>
          </p:pic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097065E-3797-C943-090D-4F15307B7106}"/>
                </a:ext>
              </a:extLst>
            </p:cNvPr>
            <p:cNvCxnSpPr>
              <a:cxnSpLocks/>
              <a:stCxn id="32" idx="3"/>
              <a:endCxn id="3" idx="2"/>
            </p:cNvCxnSpPr>
            <p:nvPr/>
          </p:nvCxnSpPr>
          <p:spPr>
            <a:xfrm>
              <a:off x="7037222" y="2856047"/>
              <a:ext cx="2068695" cy="7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BB1675-DB07-4A87-862C-86BDDAD35607}"/>
                </a:ext>
              </a:extLst>
            </p:cNvPr>
            <p:cNvSpPr txBox="1"/>
            <p:nvPr/>
          </p:nvSpPr>
          <p:spPr>
            <a:xfrm>
              <a:off x="7228629" y="2517492"/>
              <a:ext cx="16660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600">
                  <a:latin typeface="+mj-lt"/>
                </a:rPr>
                <a:t>Chuyển sang Json</a:t>
              </a:r>
              <a:endParaRPr lang="en-US" sz="1600">
                <a:latin typeface="+mj-lt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3F2F2A5-CEB5-DDAF-2166-C65FC7AF8634}"/>
                </a:ext>
              </a:extLst>
            </p:cNvPr>
            <p:cNvSpPr txBox="1"/>
            <p:nvPr/>
          </p:nvSpPr>
          <p:spPr>
            <a:xfrm>
              <a:off x="5495448" y="3904098"/>
              <a:ext cx="11438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600">
                  <a:latin typeface="+mj-lt"/>
                </a:rPr>
                <a:t>Dữ liệu văn bản thô</a:t>
              </a:r>
              <a:endParaRPr lang="en-US" sz="1600">
                <a:latin typeface="+mj-lt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D92764E-F108-82F1-B74F-28877970E04B}"/>
                </a:ext>
              </a:extLst>
            </p:cNvPr>
            <p:cNvSpPr/>
            <p:nvPr/>
          </p:nvSpPr>
          <p:spPr>
            <a:xfrm>
              <a:off x="4948657" y="1811764"/>
              <a:ext cx="2088565" cy="2088565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5348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9A86B12E-3D00-A383-8D6C-D858CD43A3BB}"/>
              </a:ext>
            </a:extLst>
          </p:cNvPr>
          <p:cNvGrpSpPr/>
          <p:nvPr/>
        </p:nvGrpSpPr>
        <p:grpSpPr>
          <a:xfrm>
            <a:off x="974185" y="1015409"/>
            <a:ext cx="10526918" cy="3498679"/>
            <a:chOff x="974185" y="1015409"/>
            <a:chExt cx="10526918" cy="3498679"/>
          </a:xfrm>
        </p:grpSpPr>
        <p:sp>
          <p:nvSpPr>
            <p:cNvPr id="3" name="Cylinder 2">
              <a:extLst>
                <a:ext uri="{FF2B5EF4-FFF2-40B4-BE49-F238E27FC236}">
                  <a16:creationId xmlns:a16="http://schemas.microsoft.com/office/drawing/2014/main" id="{200F56F0-BA14-96ED-1B38-ACCFBD33092D}"/>
                </a:ext>
              </a:extLst>
            </p:cNvPr>
            <p:cNvSpPr/>
            <p:nvPr/>
          </p:nvSpPr>
          <p:spPr>
            <a:xfrm>
              <a:off x="974185" y="1015409"/>
              <a:ext cx="1762974" cy="1390930"/>
            </a:xfrm>
            <a:prstGeom prst="can">
              <a:avLst>
                <a:gd name="adj" fmla="val 16447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vi-VN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Bộ dữ liệu về lịch sử Việt Nam (Json)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3FE52B4-D82D-4986-10CA-52A5D455B5D3}"/>
                </a:ext>
              </a:extLst>
            </p:cNvPr>
            <p:cNvSpPr/>
            <p:nvPr/>
          </p:nvSpPr>
          <p:spPr>
            <a:xfrm>
              <a:off x="3280434" y="1799316"/>
              <a:ext cx="1762976" cy="5730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Loại bỏ dữ </a:t>
              </a:r>
            </a:p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liệu trùng</a:t>
              </a:r>
              <a:endParaRPr 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CFE6D26-B116-3A24-EC44-E3FFB835D97A}"/>
                </a:ext>
              </a:extLst>
            </p:cNvPr>
            <p:cNvSpPr/>
            <p:nvPr/>
          </p:nvSpPr>
          <p:spPr>
            <a:xfrm>
              <a:off x="7085528" y="3123158"/>
              <a:ext cx="1762976" cy="5730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Thống kê</a:t>
              </a:r>
            </a:p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dữ liệu</a:t>
              </a:r>
              <a:endParaRPr 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4C7AFD1-8E50-7CB2-FB8E-065E58A1CDDF}"/>
                </a:ext>
              </a:extLst>
            </p:cNvPr>
            <p:cNvSpPr/>
            <p:nvPr/>
          </p:nvSpPr>
          <p:spPr>
            <a:xfrm>
              <a:off x="8392132" y="1784479"/>
              <a:ext cx="1762976" cy="5730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Phân đoạn</a:t>
              </a:r>
            </a:p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dữ liệu</a:t>
              </a:r>
              <a:endParaRPr 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F6B1B42-BF2F-CFBE-F7A3-78F3DC6196E8}"/>
                </a:ext>
              </a:extLst>
            </p:cNvPr>
            <p:cNvSpPr/>
            <p:nvPr/>
          </p:nvSpPr>
          <p:spPr>
            <a:xfrm>
              <a:off x="5820568" y="1786582"/>
              <a:ext cx="1762976" cy="5730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Kiểm tra và xử lý outlier</a:t>
              </a:r>
              <a:endParaRPr 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61AC77E-E31B-290B-E31B-075FF4711955}"/>
                </a:ext>
              </a:extLst>
            </p:cNvPr>
            <p:cNvSpPr/>
            <p:nvPr/>
          </p:nvSpPr>
          <p:spPr>
            <a:xfrm>
              <a:off x="4522007" y="3123158"/>
              <a:ext cx="1762976" cy="5730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Loại bỏ các ký tự đặc biệt</a:t>
              </a:r>
              <a:endParaRPr 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4DA639AE-3159-C703-E2A8-14C0407606EE}"/>
                </a:ext>
              </a:extLst>
            </p:cNvPr>
            <p:cNvSpPr/>
            <p:nvPr/>
          </p:nvSpPr>
          <p:spPr>
            <a:xfrm>
              <a:off x="2025792" y="3123158"/>
              <a:ext cx="1762976" cy="5730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Chuẩn hóa</a:t>
              </a:r>
            </a:p>
            <a:p>
              <a:pPr algn="ctr"/>
              <a:r>
                <a:rPr lang="vi-VN" sz="1600">
                  <a:solidFill>
                    <a:schemeClr val="tx1"/>
                  </a:solidFill>
                  <a:latin typeface="+mj-lt"/>
                </a:rPr>
                <a:t>định dạng</a:t>
              </a:r>
            </a:p>
          </p:txBody>
        </p:sp>
        <p:sp>
          <p:nvSpPr>
            <p:cNvPr id="5" name="Cylinder 4">
              <a:extLst>
                <a:ext uri="{FF2B5EF4-FFF2-40B4-BE49-F238E27FC236}">
                  <a16:creationId xmlns:a16="http://schemas.microsoft.com/office/drawing/2014/main" id="{62B3E7F1-852D-6B8D-2FFA-81E9F71FFF16}"/>
                </a:ext>
              </a:extLst>
            </p:cNvPr>
            <p:cNvSpPr/>
            <p:nvPr/>
          </p:nvSpPr>
          <p:spPr>
            <a:xfrm>
              <a:off x="9738129" y="3123158"/>
              <a:ext cx="1762974" cy="1390930"/>
            </a:xfrm>
            <a:prstGeom prst="can">
              <a:avLst>
                <a:gd name="adj" fmla="val 16447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vi-VN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Bộ dữ liệu về lịch sử Việt Nam đã được chuẩn hóa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945CB6F7-F5EA-43EA-6654-C8F6599BDA4C}"/>
                </a:ext>
              </a:extLst>
            </p:cNvPr>
            <p:cNvCxnSpPr>
              <a:cxnSpLocks/>
              <a:stCxn id="3" idx="3"/>
              <a:endCxn id="2" idx="0"/>
            </p:cNvCxnSpPr>
            <p:nvPr/>
          </p:nvCxnSpPr>
          <p:spPr>
            <a:xfrm rot="16200000" flipH="1">
              <a:off x="2023067" y="2238944"/>
              <a:ext cx="716819" cy="1051608"/>
            </a:xfrm>
            <a:prstGeom prst="bentConnector3">
              <a:avLst>
                <a:gd name="adj1" fmla="val 6335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56B5E0F6-FCC5-45E6-119D-919A05947552}"/>
                </a:ext>
              </a:extLst>
            </p:cNvPr>
            <p:cNvCxnSpPr>
              <a:stCxn id="2" idx="2"/>
              <a:endCxn id="6" idx="2"/>
            </p:cNvCxnSpPr>
            <p:nvPr/>
          </p:nvCxnSpPr>
          <p:spPr>
            <a:xfrm rot="5400000" flipH="1" flipV="1">
              <a:off x="2872680" y="2406940"/>
              <a:ext cx="1323842" cy="1254642"/>
            </a:xfrm>
            <a:prstGeom prst="bentConnector3">
              <a:avLst>
                <a:gd name="adj1" fmla="val -1726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B886B0F7-F125-7E8B-CCA0-0BB6E7CDDCCC}"/>
                </a:ext>
              </a:extLst>
            </p:cNvPr>
            <p:cNvCxnSpPr>
              <a:stCxn id="6" idx="0"/>
              <a:endCxn id="10" idx="0"/>
            </p:cNvCxnSpPr>
            <p:nvPr/>
          </p:nvCxnSpPr>
          <p:spPr>
            <a:xfrm rot="16200000" flipH="1">
              <a:off x="4120787" y="1840451"/>
              <a:ext cx="1323842" cy="1241573"/>
            </a:xfrm>
            <a:prstGeom prst="bentConnector3">
              <a:avLst>
                <a:gd name="adj1" fmla="val -1646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AD919492-94BD-56AE-FB25-7060384414C8}"/>
                </a:ext>
              </a:extLst>
            </p:cNvPr>
            <p:cNvCxnSpPr>
              <a:stCxn id="10" idx="2"/>
              <a:endCxn id="9" idx="2"/>
            </p:cNvCxnSpPr>
            <p:nvPr/>
          </p:nvCxnSpPr>
          <p:spPr>
            <a:xfrm rot="5400000" flipH="1" flipV="1">
              <a:off x="5384487" y="2378613"/>
              <a:ext cx="1336576" cy="1298561"/>
            </a:xfrm>
            <a:prstGeom prst="bentConnector3">
              <a:avLst>
                <a:gd name="adj1" fmla="val -1710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E8F136AC-55C9-492C-EBD6-59337CFBF672}"/>
                </a:ext>
              </a:extLst>
            </p:cNvPr>
            <p:cNvCxnSpPr>
              <a:stCxn id="9" idx="0"/>
              <a:endCxn id="7" idx="0"/>
            </p:cNvCxnSpPr>
            <p:nvPr/>
          </p:nvCxnSpPr>
          <p:spPr>
            <a:xfrm rot="16200000" flipH="1">
              <a:off x="6666248" y="1822390"/>
              <a:ext cx="1336576" cy="1264960"/>
            </a:xfrm>
            <a:prstGeom prst="bentConnector3">
              <a:avLst>
                <a:gd name="adj1" fmla="val -1630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AD94FCAF-E4A4-A473-715B-84E0FA26F994}"/>
                </a:ext>
              </a:extLst>
            </p:cNvPr>
            <p:cNvCxnSpPr>
              <a:stCxn id="7" idx="2"/>
              <a:endCxn id="8" idx="2"/>
            </p:cNvCxnSpPr>
            <p:nvPr/>
          </p:nvCxnSpPr>
          <p:spPr>
            <a:xfrm rot="5400000" flipH="1" flipV="1">
              <a:off x="7950978" y="2373541"/>
              <a:ext cx="1338679" cy="1306604"/>
            </a:xfrm>
            <a:prstGeom prst="bentConnector3">
              <a:avLst>
                <a:gd name="adj1" fmla="val -1707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C8743502-2714-E079-BF15-F637AE39EE8C}"/>
                </a:ext>
              </a:extLst>
            </p:cNvPr>
            <p:cNvCxnSpPr>
              <a:stCxn id="8" idx="0"/>
              <a:endCxn id="5" idx="1"/>
            </p:cNvCxnSpPr>
            <p:nvPr/>
          </p:nvCxnSpPr>
          <p:spPr>
            <a:xfrm rot="16200000" flipH="1">
              <a:off x="9277278" y="1780820"/>
              <a:ext cx="1338679" cy="1345996"/>
            </a:xfrm>
            <a:prstGeom prst="bentConnector3">
              <a:avLst>
                <a:gd name="adj1" fmla="val -1707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2341F0-6442-0427-B3F2-31EDD49654F7}"/>
                </a:ext>
              </a:extLst>
            </p:cNvPr>
            <p:cNvSpPr txBox="1"/>
            <p:nvPr/>
          </p:nvSpPr>
          <p:spPr>
            <a:xfrm>
              <a:off x="1945433" y="2461237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(1)</a:t>
              </a:r>
              <a:endParaRPr lang="en-US" sz="1600">
                <a:latin typeface="+mj-lt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F85CC87-117B-AD77-530F-F7830A94F887}"/>
                </a:ext>
              </a:extLst>
            </p:cNvPr>
            <p:cNvSpPr txBox="1"/>
            <p:nvPr/>
          </p:nvSpPr>
          <p:spPr>
            <a:xfrm>
              <a:off x="3703204" y="2461237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(2)</a:t>
              </a:r>
              <a:endParaRPr lang="en-US" sz="1600">
                <a:latin typeface="+mj-l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F453E09-60C1-84D8-4160-F013DA9DBAF0}"/>
                </a:ext>
              </a:extLst>
            </p:cNvPr>
            <p:cNvSpPr txBox="1"/>
            <p:nvPr/>
          </p:nvSpPr>
          <p:spPr>
            <a:xfrm>
              <a:off x="4969662" y="2461237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(3)</a:t>
              </a:r>
              <a:endParaRPr lang="en-US" sz="1600">
                <a:latin typeface="+mj-lt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DDEA7C5-BDDB-8282-A623-90653FF86101}"/>
                </a:ext>
              </a:extLst>
            </p:cNvPr>
            <p:cNvSpPr txBox="1"/>
            <p:nvPr/>
          </p:nvSpPr>
          <p:spPr>
            <a:xfrm>
              <a:off x="6276941" y="2461237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(4)</a:t>
              </a:r>
              <a:endParaRPr lang="en-US" sz="1600">
                <a:latin typeface="+mj-lt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88F36DE-2D69-ECA2-E8D9-5EAA6F5F8E38}"/>
                </a:ext>
              </a:extLst>
            </p:cNvPr>
            <p:cNvSpPr txBox="1"/>
            <p:nvPr/>
          </p:nvSpPr>
          <p:spPr>
            <a:xfrm>
              <a:off x="7541901" y="2461237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(5)</a:t>
              </a:r>
              <a:endParaRPr lang="en-US" sz="1600">
                <a:latin typeface="+mj-lt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FAC1699-66DF-C02E-1ED6-E3119B7E5061}"/>
                </a:ext>
              </a:extLst>
            </p:cNvPr>
            <p:cNvSpPr txBox="1"/>
            <p:nvPr/>
          </p:nvSpPr>
          <p:spPr>
            <a:xfrm>
              <a:off x="8848504" y="2461237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(6)</a:t>
              </a:r>
              <a:endParaRPr lang="en-US" sz="1600">
                <a:latin typeface="+mj-lt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B07E3FD-B578-8A16-838C-02FFF3CCEA43}"/>
                </a:ext>
              </a:extLst>
            </p:cNvPr>
            <p:cNvSpPr txBox="1"/>
            <p:nvPr/>
          </p:nvSpPr>
          <p:spPr>
            <a:xfrm>
              <a:off x="10194500" y="2461237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(7)</a:t>
              </a:r>
              <a:endParaRPr lang="en-US" sz="160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3882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554426-02F7-6201-3382-1D1AE96B3CE9}"/>
              </a:ext>
            </a:extLst>
          </p:cNvPr>
          <p:cNvSpPr/>
          <p:nvPr/>
        </p:nvSpPr>
        <p:spPr>
          <a:xfrm>
            <a:off x="4199664" y="2161516"/>
            <a:ext cx="3106270" cy="5647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077656-6A4D-58F0-8A7A-9FBD56E062FD}"/>
              </a:ext>
            </a:extLst>
          </p:cNvPr>
          <p:cNvSpPr/>
          <p:nvPr/>
        </p:nvSpPr>
        <p:spPr>
          <a:xfrm>
            <a:off x="4199664" y="2864225"/>
            <a:ext cx="3106270" cy="5647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119826-8CDE-7B01-CE12-92B08DA695BA}"/>
              </a:ext>
            </a:extLst>
          </p:cNvPr>
          <p:cNvSpPr/>
          <p:nvPr/>
        </p:nvSpPr>
        <p:spPr>
          <a:xfrm>
            <a:off x="4199664" y="3566934"/>
            <a:ext cx="3106270" cy="5647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09198A-0DC1-1DD7-2B6F-2F4D3465A857}"/>
              </a:ext>
            </a:extLst>
          </p:cNvPr>
          <p:cNvSpPr/>
          <p:nvPr/>
        </p:nvSpPr>
        <p:spPr>
          <a:xfrm>
            <a:off x="4199664" y="4269643"/>
            <a:ext cx="3106270" cy="5647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2C132B-786B-4BBA-58ED-644F7C300F16}"/>
              </a:ext>
            </a:extLst>
          </p:cNvPr>
          <p:cNvSpPr/>
          <p:nvPr/>
        </p:nvSpPr>
        <p:spPr>
          <a:xfrm>
            <a:off x="8628642" y="2196783"/>
            <a:ext cx="3106270" cy="12674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các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mô hình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2AFE56-144B-3D67-0AA6-792A70207318}"/>
              </a:ext>
            </a:extLst>
          </p:cNvPr>
          <p:cNvSpPr/>
          <p:nvPr/>
        </p:nvSpPr>
        <p:spPr>
          <a:xfrm>
            <a:off x="8628642" y="4203942"/>
            <a:ext cx="3106270" cy="5647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D85151E-3E44-E803-2997-4A581D50A24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200400" y="4210195"/>
            <a:ext cx="999264" cy="3418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B416591-AA92-CD3B-CB62-161FE2288E92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200400" y="3849322"/>
            <a:ext cx="999264" cy="3608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A66796E-470B-F597-8EB2-BA2BC0D79DFB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200400" y="3146613"/>
            <a:ext cx="999264" cy="10635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82234F0-BED0-EFF6-A032-BC295D83E41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200400" y="2443904"/>
            <a:ext cx="999264" cy="17662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3CD101D-6DFE-141C-1EA5-3FA099A1402B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7305934" y="2443904"/>
            <a:ext cx="1322708" cy="3866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BD9F433-E4E8-0D2A-74D6-95D14C182EB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7305934" y="2830526"/>
            <a:ext cx="1322708" cy="3160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7DA4822-67CF-5A59-146F-E542C24B229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7305934" y="2830526"/>
            <a:ext cx="1322708" cy="10187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EDE7D1EE-109E-83EC-0BD9-4020CD37FCC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7305934" y="2830526"/>
            <a:ext cx="1322708" cy="17215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49B7D38-4D52-C275-261C-25F35EDADFA9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181777" y="3464268"/>
            <a:ext cx="0" cy="73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Cylinder 9">
            <a:extLst>
              <a:ext uri="{FF2B5EF4-FFF2-40B4-BE49-F238E27FC236}">
                <a16:creationId xmlns:a16="http://schemas.microsoft.com/office/drawing/2014/main" id="{B7448E0E-1025-81CE-9FBD-D7722C494F23}"/>
              </a:ext>
            </a:extLst>
          </p:cNvPr>
          <p:cNvSpPr/>
          <p:nvPr/>
        </p:nvSpPr>
        <p:spPr>
          <a:xfrm>
            <a:off x="1437426" y="3464268"/>
            <a:ext cx="1762974" cy="1390930"/>
          </a:xfrm>
          <a:prstGeom prst="can">
            <a:avLst>
              <a:gd name="adj" fmla="val 16447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vi-V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dữ liệu về lịch sử Việt Nam đã được chuẩn hóa</a:t>
            </a:r>
          </a:p>
        </p:txBody>
      </p:sp>
    </p:spTree>
    <p:extLst>
      <p:ext uri="{BB962C8B-B14F-4D97-AF65-F5344CB8AC3E}">
        <p14:creationId xmlns:p14="http://schemas.microsoft.com/office/powerpoint/2010/main" val="3763551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6BB85E-EAB6-2089-5682-48447CE032A4}"/>
              </a:ext>
            </a:extLst>
          </p:cNvPr>
          <p:cNvSpPr txBox="1"/>
          <p:nvPr/>
        </p:nvSpPr>
        <p:spPr>
          <a:xfrm>
            <a:off x="612648" y="795528"/>
            <a:ext cx="849783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vi-VN"/>
              <a:t>Chức năng đăng nhập/đăng xuất: </a:t>
            </a:r>
            <a:r>
              <a:rPr lang="vi-VN">
                <a:solidFill>
                  <a:srgbClr val="00B0F0"/>
                </a:solidFill>
              </a:rPr>
              <a:t>biểu đồ chức năng, usecase</a:t>
            </a:r>
            <a:r>
              <a:rPr lang="vi-VN"/>
              <a:t>, tuần tự</a:t>
            </a:r>
          </a:p>
          <a:p>
            <a:pPr marL="285750" indent="-285750">
              <a:buFontTx/>
              <a:buChar char="-"/>
            </a:pPr>
            <a:r>
              <a:rPr lang="vi-VN"/>
              <a:t>Chức năng cài đặt người dùng tùy chọn: </a:t>
            </a:r>
            <a:r>
              <a:rPr lang="vi-VN">
                <a:solidFill>
                  <a:srgbClr val="00B0F0"/>
                </a:solidFill>
              </a:rPr>
              <a:t>biểu đồ  chức năng, usecase,</a:t>
            </a:r>
            <a:r>
              <a:rPr lang="vi-VN"/>
              <a:t> tuần tự</a:t>
            </a:r>
          </a:p>
          <a:p>
            <a:pPr marL="285750" indent="-285750">
              <a:buFontTx/>
              <a:buChar char="-"/>
            </a:pPr>
            <a:r>
              <a:rPr lang="vi-VN"/>
              <a:t>Chức năng khởi tạo starter: biểu đồ tuần tự</a:t>
            </a:r>
          </a:p>
          <a:p>
            <a:pPr marL="285750" indent="-285750">
              <a:buFontTx/>
              <a:buChar char="-"/>
            </a:pPr>
            <a:r>
              <a:rPr lang="vi-VN"/>
              <a:t>Chức năng trò chuyện văn bản: </a:t>
            </a:r>
            <a:r>
              <a:rPr lang="vi-VN">
                <a:solidFill>
                  <a:srgbClr val="00B0F0"/>
                </a:solidFill>
              </a:rPr>
              <a:t>biểu đồ chức năng, usecase</a:t>
            </a:r>
            <a:r>
              <a:rPr lang="vi-VN"/>
              <a:t>, tuần tự</a:t>
            </a:r>
          </a:p>
          <a:p>
            <a:pPr marL="285750" indent="-285750">
              <a:buFontTx/>
              <a:buChar char="-"/>
            </a:pPr>
            <a:r>
              <a:rPr lang="vi-VN"/>
              <a:t>Chức năng trò chuyện âm thanh: </a:t>
            </a:r>
            <a:r>
              <a:rPr lang="vi-VN">
                <a:solidFill>
                  <a:srgbClr val="00B0F0"/>
                </a:solidFill>
              </a:rPr>
              <a:t>chức năng, usecase</a:t>
            </a:r>
            <a:r>
              <a:rPr lang="vi-VN"/>
              <a:t>, tuần tự</a:t>
            </a:r>
          </a:p>
          <a:p>
            <a:pPr marL="285750" indent="-285750">
              <a:buFontTx/>
              <a:buChar char="-"/>
            </a:pPr>
            <a:r>
              <a:rPr lang="vi-VN"/>
              <a:t>Chức năng tăng cường trí nhớ hội thoại: </a:t>
            </a:r>
            <a:r>
              <a:rPr lang="vi-VN">
                <a:solidFill>
                  <a:srgbClr val="00B0F0"/>
                </a:solidFill>
              </a:rPr>
              <a:t>chức năng, usecase</a:t>
            </a:r>
            <a:r>
              <a:rPr lang="vi-VN"/>
              <a:t>, tuần tự</a:t>
            </a:r>
          </a:p>
          <a:p>
            <a:pPr marL="285750" indent="-285750">
              <a:buFontTx/>
              <a:buChar char="-"/>
            </a:pPr>
            <a:r>
              <a:rPr lang="vi-VN"/>
              <a:t>Chức năng quản lý hành vi người dùng: chức năng, usecase, tuần tự</a:t>
            </a:r>
          </a:p>
          <a:p>
            <a:pPr marL="285750" indent="-285750">
              <a:buFontTx/>
              <a:buChar char="-"/>
            </a:pPr>
            <a:r>
              <a:rPr lang="vi-VN"/>
              <a:t>Chức năng quản lý hội thoại: chức năng, usecase, tuần tự</a:t>
            </a:r>
          </a:p>
          <a:p>
            <a:pPr marL="285750" indent="-285750">
              <a:buFontTx/>
              <a:buChar char="-"/>
            </a:pPr>
            <a:r>
              <a:rPr lang="vi-VN"/>
              <a:t>Chức năng xử lý trích xuất thông tin trò chuyện</a:t>
            </a:r>
          </a:p>
          <a:p>
            <a:pPr marL="285750" indent="-285750">
              <a:buFontTx/>
              <a:buChar char="-"/>
            </a:pPr>
            <a:endParaRPr lang="vi-VN"/>
          </a:p>
          <a:p>
            <a:pPr marL="285750" indent="-285750">
              <a:buFontTx/>
              <a:buChar char="-"/>
            </a:pPr>
            <a:r>
              <a:rPr lang="vi-VN"/>
              <a:t>Thiết kế cơ sở dữ liệu embedding: có những trường nào</a:t>
            </a:r>
          </a:p>
          <a:p>
            <a:pPr marL="285750" indent="-285750">
              <a:buFontTx/>
              <a:buChar char="-"/>
            </a:pPr>
            <a:r>
              <a:rPr lang="vi-VN"/>
              <a:t>Cơ sở dữ liệu lưu trữ lịch sử hội thoại</a:t>
            </a:r>
          </a:p>
          <a:p>
            <a:pPr marL="285750" indent="-285750">
              <a:buFontTx/>
              <a:buChar char="-"/>
            </a:pPr>
            <a:r>
              <a:rPr lang="vi-VN"/>
              <a:t>Co sơ dữ liệu lưu trữ thông tin người dùng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64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A15317-0687-82A7-8F34-E245BF7496A2}"/>
              </a:ext>
            </a:extLst>
          </p:cNvPr>
          <p:cNvSpPr/>
          <p:nvPr/>
        </p:nvSpPr>
        <p:spPr>
          <a:xfrm>
            <a:off x="4710543" y="1888300"/>
            <a:ext cx="2770912" cy="4364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chemeClr val="tx1"/>
                </a:solidFill>
                <a:latin typeface="+mj-lt"/>
              </a:rPr>
              <a:t>Giao diện đăng ký/đăng nhập</a:t>
            </a:r>
            <a:endParaRPr lang="en-U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0EBFA2-C2F3-9787-724E-2BF7ED3F6604}"/>
              </a:ext>
            </a:extLst>
          </p:cNvPr>
          <p:cNvSpPr/>
          <p:nvPr/>
        </p:nvSpPr>
        <p:spPr>
          <a:xfrm>
            <a:off x="2614180" y="3052081"/>
            <a:ext cx="1588078" cy="675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chemeClr val="tx1"/>
                </a:solidFill>
                <a:latin typeface="+mj-lt"/>
              </a:rPr>
              <a:t>Đăng ký</a:t>
            </a:r>
            <a:endParaRPr lang="en-U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64B575-A76D-5036-8FA9-2AFD31831522}"/>
              </a:ext>
            </a:extLst>
          </p:cNvPr>
          <p:cNvSpPr/>
          <p:nvPr/>
        </p:nvSpPr>
        <p:spPr>
          <a:xfrm>
            <a:off x="5301959" y="3052082"/>
            <a:ext cx="1588078" cy="675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chemeClr val="tx1"/>
                </a:solidFill>
                <a:latin typeface="+mj-lt"/>
              </a:rPr>
              <a:t>Đăng nhập</a:t>
            </a:r>
            <a:endParaRPr lang="en-U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28BFBE-3429-1418-D209-77F555515ECD}"/>
              </a:ext>
            </a:extLst>
          </p:cNvPr>
          <p:cNvSpPr/>
          <p:nvPr/>
        </p:nvSpPr>
        <p:spPr>
          <a:xfrm>
            <a:off x="5301959" y="4454854"/>
            <a:ext cx="1588078" cy="675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chemeClr val="tx1"/>
                </a:solidFill>
                <a:latin typeface="+mj-lt"/>
              </a:rPr>
              <a:t>Người dùng nhập thông tin</a:t>
            </a:r>
            <a:endParaRPr lang="en-U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EBDE03-5A5E-50A8-0CAA-9BA9D30EF15A}"/>
              </a:ext>
            </a:extLst>
          </p:cNvPr>
          <p:cNvSpPr/>
          <p:nvPr/>
        </p:nvSpPr>
        <p:spPr>
          <a:xfrm>
            <a:off x="2614180" y="4413288"/>
            <a:ext cx="1588078" cy="675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chemeClr val="tx1"/>
                </a:solidFill>
                <a:latin typeface="+mj-lt"/>
              </a:rPr>
              <a:t>Người dùng nhập thông tin</a:t>
            </a:r>
            <a:endParaRPr lang="en-U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4779B1-D515-1EF6-1900-5F8D609F013D}"/>
              </a:ext>
            </a:extLst>
          </p:cNvPr>
          <p:cNvSpPr/>
          <p:nvPr/>
        </p:nvSpPr>
        <p:spPr>
          <a:xfrm>
            <a:off x="2614180" y="5816061"/>
            <a:ext cx="6963636" cy="675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chemeClr val="tx1"/>
                </a:solidFill>
                <a:latin typeface="+mj-lt"/>
              </a:rPr>
              <a:t>Giao diện người dùng chatbot</a:t>
            </a:r>
            <a:endParaRPr lang="en-U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F0A63F-FBD6-2D94-6DCC-10B1FCC92632}"/>
              </a:ext>
            </a:extLst>
          </p:cNvPr>
          <p:cNvSpPr/>
          <p:nvPr/>
        </p:nvSpPr>
        <p:spPr>
          <a:xfrm>
            <a:off x="7989738" y="4444460"/>
            <a:ext cx="1588078" cy="675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chemeClr val="tx1"/>
                </a:solidFill>
                <a:latin typeface="+mj-lt"/>
              </a:rPr>
              <a:t>Đăng xuất</a:t>
            </a:r>
            <a:endParaRPr lang="en-US" sz="16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BA0F59-8489-6D44-D3EB-8179377580FA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095999" y="1479068"/>
            <a:ext cx="0" cy="409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813B6C-58AF-F8F9-FA69-4AECEA469ABE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flipH="1">
            <a:off x="6095998" y="2324718"/>
            <a:ext cx="1" cy="727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6831E9B-2008-4202-FB03-7485722821DA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4388428" y="1344509"/>
            <a:ext cx="727363" cy="26877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355E5A9-3368-5FE1-631A-DF73C9926095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95998" y="3727491"/>
            <a:ext cx="0" cy="727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652D558-672F-1A4C-D571-A74E57862B81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3408219" y="3727490"/>
            <a:ext cx="0" cy="685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A61D56-544D-3777-00ED-74D7C273C47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408219" y="5088697"/>
            <a:ext cx="0" cy="3740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DD7E55-E2CA-B3E2-9813-6E78261D1520}"/>
              </a:ext>
            </a:extLst>
          </p:cNvPr>
          <p:cNvCxnSpPr/>
          <p:nvPr/>
        </p:nvCxnSpPr>
        <p:spPr>
          <a:xfrm>
            <a:off x="3408219" y="5462773"/>
            <a:ext cx="21858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F78551-9762-E155-4B6D-961F07218F4B}"/>
              </a:ext>
            </a:extLst>
          </p:cNvPr>
          <p:cNvCxnSpPr>
            <a:cxnSpLocks/>
          </p:cNvCxnSpPr>
          <p:nvPr/>
        </p:nvCxnSpPr>
        <p:spPr>
          <a:xfrm>
            <a:off x="5594033" y="5462773"/>
            <a:ext cx="0" cy="353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33B4EB-A950-B53B-26CD-5A7783A71260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6095998" y="5130263"/>
            <a:ext cx="0" cy="685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66B987A-3824-6F03-B748-175C64F11F8D}"/>
              </a:ext>
            </a:extLst>
          </p:cNvPr>
          <p:cNvCxnSpPr>
            <a:cxnSpLocks/>
            <a:stCxn id="6" idx="3"/>
            <a:endCxn id="3" idx="3"/>
          </p:cNvCxnSpPr>
          <p:nvPr/>
        </p:nvCxnSpPr>
        <p:spPr>
          <a:xfrm flipV="1">
            <a:off x="6890037" y="2106509"/>
            <a:ext cx="591418" cy="2686050"/>
          </a:xfrm>
          <a:prstGeom prst="bentConnector3">
            <a:avLst>
              <a:gd name="adj1" fmla="val 1562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D38D816-4CA9-2DF2-9B2B-46532840AE4D}"/>
              </a:ext>
            </a:extLst>
          </p:cNvPr>
          <p:cNvCxnSpPr>
            <a:stCxn id="10" idx="3"/>
            <a:endCxn id="11" idx="3"/>
          </p:cNvCxnSpPr>
          <p:nvPr/>
        </p:nvCxnSpPr>
        <p:spPr>
          <a:xfrm flipV="1">
            <a:off x="9577816" y="4782165"/>
            <a:ext cx="12700" cy="137160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9A40D3E-EEEC-5419-76DE-483B0D80C761}"/>
              </a:ext>
            </a:extLst>
          </p:cNvPr>
          <p:cNvCxnSpPr>
            <a:cxnSpLocks/>
            <a:stCxn id="11" idx="0"/>
            <a:endCxn id="3" idx="3"/>
          </p:cNvCxnSpPr>
          <p:nvPr/>
        </p:nvCxnSpPr>
        <p:spPr>
          <a:xfrm rot="16200000" flipV="1">
            <a:off x="6963641" y="2624324"/>
            <a:ext cx="2337951" cy="13023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2213870-BA24-1EB9-AA5E-2E2878BFED94}"/>
              </a:ext>
            </a:extLst>
          </p:cNvPr>
          <p:cNvGrpSpPr/>
          <p:nvPr/>
        </p:nvGrpSpPr>
        <p:grpSpPr>
          <a:xfrm>
            <a:off x="5509138" y="214652"/>
            <a:ext cx="1173719" cy="1180574"/>
            <a:chOff x="5509139" y="42349"/>
            <a:chExt cx="1173719" cy="1180574"/>
          </a:xfrm>
        </p:grpSpPr>
        <p:pic>
          <p:nvPicPr>
            <p:cNvPr id="2" name="Graphic 1" descr="User with solid fill">
              <a:extLst>
                <a:ext uri="{FF2B5EF4-FFF2-40B4-BE49-F238E27FC236}">
                  <a16:creationId xmlns:a16="http://schemas.microsoft.com/office/drawing/2014/main" id="{A4CB7FE8-230F-062F-36CC-A4F2FC4E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94034" y="42349"/>
              <a:ext cx="1003931" cy="1003931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2BC84E2-0875-1FC8-BDCA-F2E5059A2D34}"/>
                </a:ext>
              </a:extLst>
            </p:cNvPr>
            <p:cNvSpPr txBox="1"/>
            <p:nvPr/>
          </p:nvSpPr>
          <p:spPr>
            <a:xfrm>
              <a:off x="5509139" y="884369"/>
              <a:ext cx="11737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Người dùng</a:t>
              </a:r>
              <a:endParaRPr lang="en-US" sz="1600">
                <a:latin typeface="+mj-lt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27D9A431-6C12-C75D-2E21-ED8350B2BD23}"/>
              </a:ext>
            </a:extLst>
          </p:cNvPr>
          <p:cNvSpPr txBox="1"/>
          <p:nvPr/>
        </p:nvSpPr>
        <p:spPr>
          <a:xfrm>
            <a:off x="2547236" y="520116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400">
                <a:latin typeface="+mj-lt"/>
              </a:rPr>
              <a:t>Đăng ký</a:t>
            </a:r>
          </a:p>
          <a:p>
            <a:r>
              <a:rPr lang="vi-VN" sz="1400">
                <a:latin typeface="+mj-lt"/>
              </a:rPr>
              <a:t>thành công</a:t>
            </a:r>
            <a:endParaRPr lang="en-US" sz="140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DCBEC-3C22-77D3-FA32-656909EE95EC}"/>
              </a:ext>
            </a:extLst>
          </p:cNvPr>
          <p:cNvSpPr txBox="1"/>
          <p:nvPr/>
        </p:nvSpPr>
        <p:spPr>
          <a:xfrm>
            <a:off x="6095997" y="5228556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400">
                <a:latin typeface="+mj-lt"/>
              </a:rPr>
              <a:t>Đăng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nhập</a:t>
            </a:r>
            <a:endParaRPr lang="vi-VN" sz="1400">
              <a:latin typeface="+mj-lt"/>
            </a:endParaRPr>
          </a:p>
          <a:p>
            <a:r>
              <a:rPr lang="vi-VN" sz="1400">
                <a:latin typeface="+mj-lt"/>
              </a:rPr>
              <a:t>thành công</a:t>
            </a:r>
            <a:endParaRPr lang="en-US" sz="140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AA943-F699-9525-C9F3-9D5D1B642FF4}"/>
              </a:ext>
            </a:extLst>
          </p:cNvPr>
          <p:cNvSpPr txBox="1"/>
          <p:nvPr/>
        </p:nvSpPr>
        <p:spPr>
          <a:xfrm>
            <a:off x="6890036" y="4298973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400">
                <a:latin typeface="+mj-lt"/>
              </a:rPr>
              <a:t>Đăng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nhập</a:t>
            </a:r>
            <a:endParaRPr lang="vi-VN" sz="1400">
              <a:latin typeface="+mj-lt"/>
            </a:endParaRP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thất bại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7249117-E893-AF9B-3863-275BDB8E792F}"/>
              </a:ext>
            </a:extLst>
          </p:cNvPr>
          <p:cNvCxnSpPr>
            <a:stCxn id="8" idx="1"/>
            <a:endCxn id="3" idx="1"/>
          </p:cNvCxnSpPr>
          <p:nvPr/>
        </p:nvCxnSpPr>
        <p:spPr>
          <a:xfrm rot="10800000" flipH="1">
            <a:off x="2614179" y="2106509"/>
            <a:ext cx="2096363" cy="2644484"/>
          </a:xfrm>
          <a:prstGeom prst="bentConnector3">
            <a:avLst>
              <a:gd name="adj1" fmla="val -443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1D1CD00-98EB-8336-7B7B-0E6774E3C2D1}"/>
              </a:ext>
            </a:extLst>
          </p:cNvPr>
          <p:cNvSpPr txBox="1"/>
          <p:nvPr/>
        </p:nvSpPr>
        <p:spPr>
          <a:xfrm>
            <a:off x="1813273" y="4227772"/>
            <a:ext cx="798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400">
                <a:latin typeface="+mj-lt"/>
              </a:rPr>
              <a:t>Đăng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ký</a:t>
            </a:r>
            <a:endParaRPr lang="vi-VN" sz="1400">
              <a:latin typeface="+mj-lt"/>
            </a:endParaRP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thất bại</a:t>
            </a:r>
          </a:p>
        </p:txBody>
      </p:sp>
    </p:spTree>
    <p:extLst>
      <p:ext uri="{BB962C8B-B14F-4D97-AF65-F5344CB8AC3E}">
        <p14:creationId xmlns:p14="http://schemas.microsoft.com/office/powerpoint/2010/main" val="3049573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Oval 103">
            <a:extLst>
              <a:ext uri="{FF2B5EF4-FFF2-40B4-BE49-F238E27FC236}">
                <a16:creationId xmlns:a16="http://schemas.microsoft.com/office/drawing/2014/main" id="{CF0DE857-44E6-6D0A-EEB3-B0FD3340E2AE}"/>
              </a:ext>
            </a:extLst>
          </p:cNvPr>
          <p:cNvSpPr/>
          <p:nvPr/>
        </p:nvSpPr>
        <p:spPr>
          <a:xfrm>
            <a:off x="5173980" y="213360"/>
            <a:ext cx="1844040" cy="838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2967CB8B-9291-D8E1-7D10-4BBDB50EC91D}"/>
              </a:ext>
            </a:extLst>
          </p:cNvPr>
          <p:cNvSpPr/>
          <p:nvPr/>
        </p:nvSpPr>
        <p:spPr>
          <a:xfrm>
            <a:off x="7018020" y="1562099"/>
            <a:ext cx="2941320" cy="10210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thực hiện</a:t>
            </a:r>
          </a:p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đăng nhập</a:t>
            </a: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65C28E9C-15F4-1130-6089-B5D1F062A39C}"/>
              </a:ext>
            </a:extLst>
          </p:cNvPr>
          <p:cNvSpPr/>
          <p:nvPr/>
        </p:nvSpPr>
        <p:spPr>
          <a:xfrm>
            <a:off x="7018020" y="3093720"/>
            <a:ext cx="2941320" cy="1844039"/>
          </a:xfrm>
          <a:prstGeom prst="diamond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kiểm tra thông tin đăng nhập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17EAA67-5691-42CB-506A-D4AA705CF051}"/>
              </a:ext>
            </a:extLst>
          </p:cNvPr>
          <p:cNvSpPr/>
          <p:nvPr/>
        </p:nvSpPr>
        <p:spPr>
          <a:xfrm>
            <a:off x="4480560" y="5349239"/>
            <a:ext cx="2941320" cy="10210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chat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CE025A2A-FF9A-D931-CD29-CBC668861B50}"/>
              </a:ext>
            </a:extLst>
          </p:cNvPr>
          <p:cNvSpPr/>
          <p:nvPr/>
        </p:nvSpPr>
        <p:spPr>
          <a:xfrm>
            <a:off x="2232660" y="1562099"/>
            <a:ext cx="2941320" cy="10210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thực hiện</a:t>
            </a:r>
          </a:p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đăng ký</a:t>
            </a:r>
          </a:p>
        </p:txBody>
      </p:sp>
      <p:sp>
        <p:nvSpPr>
          <p:cNvPr id="110" name="Diamond 109">
            <a:extLst>
              <a:ext uri="{FF2B5EF4-FFF2-40B4-BE49-F238E27FC236}">
                <a16:creationId xmlns:a16="http://schemas.microsoft.com/office/drawing/2014/main" id="{0AF7C904-E5A9-2BE1-E5CF-5BBE8BD2C068}"/>
              </a:ext>
            </a:extLst>
          </p:cNvPr>
          <p:cNvSpPr/>
          <p:nvPr/>
        </p:nvSpPr>
        <p:spPr>
          <a:xfrm>
            <a:off x="2232660" y="3093720"/>
            <a:ext cx="2941320" cy="1844039"/>
          </a:xfrm>
          <a:prstGeom prst="diamond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kiểm tra thông tin đăng ký</a:t>
            </a:r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8CF5B753-1868-E16A-BB06-838D7C4EC81C}"/>
              </a:ext>
            </a:extLst>
          </p:cNvPr>
          <p:cNvCxnSpPr>
            <a:cxnSpLocks/>
            <a:stCxn id="104" idx="2"/>
            <a:endCxn id="109" idx="0"/>
          </p:cNvCxnSpPr>
          <p:nvPr/>
        </p:nvCxnSpPr>
        <p:spPr>
          <a:xfrm rot="10800000" flipV="1">
            <a:off x="3703320" y="632459"/>
            <a:ext cx="1470660" cy="9296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EE05216D-7A3A-7C1A-2BF4-0404AA31F361}"/>
              </a:ext>
            </a:extLst>
          </p:cNvPr>
          <p:cNvCxnSpPr>
            <a:cxnSpLocks/>
            <a:stCxn id="104" idx="6"/>
            <a:endCxn id="105" idx="0"/>
          </p:cNvCxnSpPr>
          <p:nvPr/>
        </p:nvCxnSpPr>
        <p:spPr>
          <a:xfrm>
            <a:off x="7018020" y="632460"/>
            <a:ext cx="1470660" cy="9296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0DDAD2B-2F3D-821C-7BAE-F7D41AF5CC02}"/>
              </a:ext>
            </a:extLst>
          </p:cNvPr>
          <p:cNvCxnSpPr>
            <a:stCxn id="109" idx="2"/>
            <a:endCxn id="110" idx="0"/>
          </p:cNvCxnSpPr>
          <p:nvPr/>
        </p:nvCxnSpPr>
        <p:spPr>
          <a:xfrm>
            <a:off x="3703320" y="2583179"/>
            <a:ext cx="0" cy="5105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4184C5E-118A-D8CE-415A-C46980B8FED4}"/>
              </a:ext>
            </a:extLst>
          </p:cNvPr>
          <p:cNvCxnSpPr>
            <a:stCxn id="105" idx="2"/>
            <a:endCxn id="107" idx="0"/>
          </p:cNvCxnSpPr>
          <p:nvPr/>
        </p:nvCxnSpPr>
        <p:spPr>
          <a:xfrm>
            <a:off x="8488680" y="2583179"/>
            <a:ext cx="0" cy="5105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7A0DA4CF-935D-591E-95A0-825E2860BC7C}"/>
              </a:ext>
            </a:extLst>
          </p:cNvPr>
          <p:cNvCxnSpPr>
            <a:stCxn id="110" idx="1"/>
            <a:endCxn id="109" idx="1"/>
          </p:cNvCxnSpPr>
          <p:nvPr/>
        </p:nvCxnSpPr>
        <p:spPr>
          <a:xfrm rot="10800000">
            <a:off x="2232660" y="2072640"/>
            <a:ext cx="12700" cy="1943101"/>
          </a:xfrm>
          <a:prstGeom prst="bentConnector3">
            <a:avLst>
              <a:gd name="adj1" fmla="val 744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9E4DCF95-BAC0-E560-4D39-5F26EAB02355}"/>
              </a:ext>
            </a:extLst>
          </p:cNvPr>
          <p:cNvCxnSpPr>
            <a:stCxn id="107" idx="3"/>
            <a:endCxn id="105" idx="3"/>
          </p:cNvCxnSpPr>
          <p:nvPr/>
        </p:nvCxnSpPr>
        <p:spPr>
          <a:xfrm flipV="1">
            <a:off x="9959340" y="2072639"/>
            <a:ext cx="12700" cy="1943101"/>
          </a:xfrm>
          <a:prstGeom prst="bentConnector3">
            <a:avLst>
              <a:gd name="adj1" fmla="val 684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2150CE8E-6185-F2D0-8799-892E184E3001}"/>
              </a:ext>
            </a:extLst>
          </p:cNvPr>
          <p:cNvCxnSpPr>
            <a:stCxn id="110" idx="2"/>
            <a:endCxn id="108" idx="0"/>
          </p:cNvCxnSpPr>
          <p:nvPr/>
        </p:nvCxnSpPr>
        <p:spPr>
          <a:xfrm rot="16200000" flipH="1">
            <a:off x="4621530" y="4019549"/>
            <a:ext cx="411480" cy="22479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8C95E6B3-8930-91B1-4021-9CB4F561705F}"/>
              </a:ext>
            </a:extLst>
          </p:cNvPr>
          <p:cNvCxnSpPr>
            <a:stCxn id="107" idx="2"/>
            <a:endCxn id="108" idx="0"/>
          </p:cNvCxnSpPr>
          <p:nvPr/>
        </p:nvCxnSpPr>
        <p:spPr>
          <a:xfrm rot="5400000">
            <a:off x="7014210" y="3874769"/>
            <a:ext cx="411480" cy="25374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D24CF0B-21FE-19B8-B6A2-F1275DCDDE20}"/>
              </a:ext>
            </a:extLst>
          </p:cNvPr>
          <p:cNvSpPr/>
          <p:nvPr/>
        </p:nvSpPr>
        <p:spPr>
          <a:xfrm>
            <a:off x="8488680" y="5661659"/>
            <a:ext cx="1844040" cy="3962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Đăng xuất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EDDF2BB-202E-1627-1825-D8223BED3674}"/>
              </a:ext>
            </a:extLst>
          </p:cNvPr>
          <p:cNvCxnSpPr>
            <a:stCxn id="108" idx="3"/>
            <a:endCxn id="129" idx="1"/>
          </p:cNvCxnSpPr>
          <p:nvPr/>
        </p:nvCxnSpPr>
        <p:spPr>
          <a:xfrm>
            <a:off x="7421880" y="5859779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E4E36DCD-EE28-38FC-394B-2D234BE1BEE8}"/>
              </a:ext>
            </a:extLst>
          </p:cNvPr>
          <p:cNvCxnSpPr>
            <a:stCxn id="129" idx="3"/>
            <a:endCxn id="105" idx="3"/>
          </p:cNvCxnSpPr>
          <p:nvPr/>
        </p:nvCxnSpPr>
        <p:spPr>
          <a:xfrm flipH="1" flipV="1">
            <a:off x="9959340" y="2072639"/>
            <a:ext cx="373380" cy="3787140"/>
          </a:xfrm>
          <a:prstGeom prst="bentConnector3">
            <a:avLst>
              <a:gd name="adj1" fmla="val -13265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F50CF43A-BDB9-AE31-7220-74AF57532A00}"/>
              </a:ext>
            </a:extLst>
          </p:cNvPr>
          <p:cNvSpPr txBox="1"/>
          <p:nvPr/>
        </p:nvSpPr>
        <p:spPr>
          <a:xfrm>
            <a:off x="1455420" y="4015739"/>
            <a:ext cx="79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Không 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hợp lệ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2E7496E-0415-ED06-196F-D7DFC7BB94E8}"/>
              </a:ext>
            </a:extLst>
          </p:cNvPr>
          <p:cNvSpPr txBox="1"/>
          <p:nvPr/>
        </p:nvSpPr>
        <p:spPr>
          <a:xfrm>
            <a:off x="9905359" y="4015739"/>
            <a:ext cx="79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Không 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hợp lệ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69CA317-E04F-AF31-18FE-AA25F6B474D7}"/>
              </a:ext>
            </a:extLst>
          </p:cNvPr>
          <p:cNvSpPr txBox="1"/>
          <p:nvPr/>
        </p:nvSpPr>
        <p:spPr>
          <a:xfrm>
            <a:off x="3703320" y="5143498"/>
            <a:ext cx="763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Hợp lệ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4CE0EB5-C05E-0024-9F02-473C547E437C}"/>
              </a:ext>
            </a:extLst>
          </p:cNvPr>
          <p:cNvSpPr txBox="1"/>
          <p:nvPr/>
        </p:nvSpPr>
        <p:spPr>
          <a:xfrm>
            <a:off x="7725329" y="5143498"/>
            <a:ext cx="763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Hợp lệ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849074F-7731-DED0-3CD6-1805CC6925B4}"/>
              </a:ext>
            </a:extLst>
          </p:cNvPr>
          <p:cNvSpPr txBox="1"/>
          <p:nvPr/>
        </p:nvSpPr>
        <p:spPr>
          <a:xfrm>
            <a:off x="7019925" y="26312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132DEFE-9AF1-CA61-30F8-2E4ADA112EE1}"/>
              </a:ext>
            </a:extLst>
          </p:cNvPr>
          <p:cNvSpPr txBox="1"/>
          <p:nvPr/>
        </p:nvSpPr>
        <p:spPr>
          <a:xfrm>
            <a:off x="4540171" y="265123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(1B)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980FEC5-67B0-24B6-6B9E-607A16950B1C}"/>
              </a:ext>
            </a:extLst>
          </p:cNvPr>
          <p:cNvSpPr txBox="1"/>
          <p:nvPr/>
        </p:nvSpPr>
        <p:spPr>
          <a:xfrm>
            <a:off x="8488680" y="257758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(2A)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4BBBA42-1BCF-2531-021A-6FAD597D5EF1}"/>
              </a:ext>
            </a:extLst>
          </p:cNvPr>
          <p:cNvSpPr txBox="1"/>
          <p:nvPr/>
        </p:nvSpPr>
        <p:spPr>
          <a:xfrm>
            <a:off x="3690620" y="25775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(2B)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F7F5BE2-B6B7-CA49-F6DC-41220719D6F8}"/>
              </a:ext>
            </a:extLst>
          </p:cNvPr>
          <p:cNvSpPr txBox="1"/>
          <p:nvPr/>
        </p:nvSpPr>
        <p:spPr>
          <a:xfrm>
            <a:off x="8488679" y="4932848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(3A.1)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1FEC82-001B-C9FB-A5CC-07E8230CBD4E}"/>
              </a:ext>
            </a:extLst>
          </p:cNvPr>
          <p:cNvSpPr txBox="1"/>
          <p:nvPr/>
        </p:nvSpPr>
        <p:spPr>
          <a:xfrm>
            <a:off x="2922336" y="4943443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(3B.1)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903399-78B1-94BC-F3D0-374C05BCC981}"/>
              </a:ext>
            </a:extLst>
          </p:cNvPr>
          <p:cNvSpPr txBox="1"/>
          <p:nvPr/>
        </p:nvSpPr>
        <p:spPr>
          <a:xfrm>
            <a:off x="9959340" y="3643953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(3A.2)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93FE729-B807-0B94-217D-F1FF85CF8FF9}"/>
              </a:ext>
            </a:extLst>
          </p:cNvPr>
          <p:cNvSpPr txBox="1"/>
          <p:nvPr/>
        </p:nvSpPr>
        <p:spPr>
          <a:xfrm>
            <a:off x="1451553" y="3640723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(3B.2)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9DFDA9A-1BB3-7DA5-59AD-78DC5CD94235}"/>
              </a:ext>
            </a:extLst>
          </p:cNvPr>
          <p:cNvSpPr txBox="1"/>
          <p:nvPr/>
        </p:nvSpPr>
        <p:spPr>
          <a:xfrm>
            <a:off x="7421399" y="58521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0C1A162-B48F-EF9C-4DC3-E07AFF9084BC}"/>
              </a:ext>
            </a:extLst>
          </p:cNvPr>
          <p:cNvSpPr txBox="1"/>
          <p:nvPr/>
        </p:nvSpPr>
        <p:spPr>
          <a:xfrm>
            <a:off x="10332720" y="5859779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(4.1)</a:t>
            </a:r>
          </a:p>
        </p:txBody>
      </p:sp>
    </p:spTree>
    <p:extLst>
      <p:ext uri="{BB962C8B-B14F-4D97-AF65-F5344CB8AC3E}">
        <p14:creationId xmlns:p14="http://schemas.microsoft.com/office/powerpoint/2010/main" val="3397203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B0A154-08A4-D97A-0E7A-7396FCA25FE6}"/>
              </a:ext>
            </a:extLst>
          </p:cNvPr>
          <p:cNvGrpSpPr/>
          <p:nvPr/>
        </p:nvGrpSpPr>
        <p:grpSpPr>
          <a:xfrm>
            <a:off x="5509138" y="214652"/>
            <a:ext cx="1173719" cy="1180574"/>
            <a:chOff x="5509139" y="42349"/>
            <a:chExt cx="1173719" cy="1180574"/>
          </a:xfrm>
        </p:grpSpPr>
        <p:pic>
          <p:nvPicPr>
            <p:cNvPr id="3" name="Graphic 2" descr="User with solid fill">
              <a:extLst>
                <a:ext uri="{FF2B5EF4-FFF2-40B4-BE49-F238E27FC236}">
                  <a16:creationId xmlns:a16="http://schemas.microsoft.com/office/drawing/2014/main" id="{1BED0E52-2D63-7666-1151-C989191C0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94034" y="42349"/>
              <a:ext cx="1003931" cy="100393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4BB48F4-6707-24B4-E7C4-AEE772FBD3BE}"/>
                </a:ext>
              </a:extLst>
            </p:cNvPr>
            <p:cNvSpPr txBox="1"/>
            <p:nvPr/>
          </p:nvSpPr>
          <p:spPr>
            <a:xfrm>
              <a:off x="5509139" y="884369"/>
              <a:ext cx="11737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600">
                  <a:latin typeface="+mj-lt"/>
                </a:rPr>
                <a:t>Người dùng</a:t>
              </a:r>
              <a:endParaRPr lang="en-US" sz="1600">
                <a:latin typeface="+mj-lt"/>
              </a:endParaRP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8A3DB1-B542-BF43-4249-6A673A081C01}"/>
              </a:ext>
            </a:extLst>
          </p:cNvPr>
          <p:cNvSpPr/>
          <p:nvPr/>
        </p:nvSpPr>
        <p:spPr>
          <a:xfrm>
            <a:off x="4397828" y="1712259"/>
            <a:ext cx="3396343" cy="44268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diện chat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A552BB-F47C-5233-E510-733187E9BC67}"/>
              </a:ext>
            </a:extLst>
          </p:cNvPr>
          <p:cNvSpPr/>
          <p:nvPr/>
        </p:nvSpPr>
        <p:spPr>
          <a:xfrm>
            <a:off x="4397824" y="2861833"/>
            <a:ext cx="3396343" cy="44268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 giao diện cài đặt tùy chọn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FC52ED-D325-D40F-15FE-AB3D4B713DAF}"/>
              </a:ext>
            </a:extLst>
          </p:cNvPr>
          <p:cNvSpPr/>
          <p:nvPr/>
        </p:nvSpPr>
        <p:spPr>
          <a:xfrm>
            <a:off x="7794164" y="4226782"/>
            <a:ext cx="1944912" cy="91895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chỉnh temperature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82A22E-530B-15D3-3773-9A83D3C878C2}"/>
              </a:ext>
            </a:extLst>
          </p:cNvPr>
          <p:cNvSpPr/>
          <p:nvPr/>
        </p:nvSpPr>
        <p:spPr>
          <a:xfrm>
            <a:off x="4397825" y="5666887"/>
            <a:ext cx="3396343" cy="44268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và áp dụng tùy chọn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3E6DEE-2F74-0B2C-64BA-F5B24461CD3A}"/>
              </a:ext>
            </a:extLst>
          </p:cNvPr>
          <p:cNvSpPr/>
          <p:nvPr/>
        </p:nvSpPr>
        <p:spPr>
          <a:xfrm>
            <a:off x="5123539" y="4226783"/>
            <a:ext cx="1944911" cy="918958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Lựa chọn LLM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9A4245-B633-7D02-D20B-44DFD81F966C}"/>
              </a:ext>
            </a:extLst>
          </p:cNvPr>
          <p:cNvSpPr/>
          <p:nvPr/>
        </p:nvSpPr>
        <p:spPr>
          <a:xfrm>
            <a:off x="2452912" y="4226783"/>
            <a:ext cx="1944911" cy="918958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Bật/tắt streaming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64EA925-73AB-D4A3-72F9-B0E067CA613A}"/>
              </a:ext>
            </a:extLst>
          </p:cNvPr>
          <p:cNvCxnSpPr>
            <a:stCxn id="7" idx="2"/>
            <a:endCxn id="14" idx="0"/>
          </p:cNvCxnSpPr>
          <p:nvPr/>
        </p:nvCxnSpPr>
        <p:spPr>
          <a:xfrm rot="5400000">
            <a:off x="4299550" y="2430337"/>
            <a:ext cx="922264" cy="26706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AFC90FF-2B9B-28B4-B00A-E620B71E8A73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6970177" y="2430338"/>
            <a:ext cx="922263" cy="26706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6D100E-8941-743C-29D6-0C71A5315607}"/>
              </a:ext>
            </a:extLst>
          </p:cNvPr>
          <p:cNvCxnSpPr>
            <a:stCxn id="7" idx="2"/>
            <a:endCxn id="13" idx="0"/>
          </p:cNvCxnSpPr>
          <p:nvPr/>
        </p:nvCxnSpPr>
        <p:spPr>
          <a:xfrm flipH="1">
            <a:off x="6095995" y="3304519"/>
            <a:ext cx="1" cy="922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9C580E9-8E79-1E8F-AB63-09D4FD405977}"/>
              </a:ext>
            </a:extLst>
          </p:cNvPr>
          <p:cNvCxnSpPr>
            <a:stCxn id="14" idx="2"/>
            <a:endCxn id="11" idx="0"/>
          </p:cNvCxnSpPr>
          <p:nvPr/>
        </p:nvCxnSpPr>
        <p:spPr>
          <a:xfrm rot="16200000" flipH="1">
            <a:off x="4500109" y="4070999"/>
            <a:ext cx="521146" cy="26706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C89D13F-0BBE-DCF1-45CA-92E7A51B7144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7170736" y="4071003"/>
            <a:ext cx="521146" cy="26706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B6D00F6-A407-C787-2346-1AA42382CD26}"/>
              </a:ext>
            </a:extLst>
          </p:cNvPr>
          <p:cNvCxnSpPr>
            <a:stCxn id="13" idx="2"/>
            <a:endCxn id="11" idx="0"/>
          </p:cNvCxnSpPr>
          <p:nvPr/>
        </p:nvCxnSpPr>
        <p:spPr>
          <a:xfrm>
            <a:off x="6095995" y="5145741"/>
            <a:ext cx="2" cy="521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98A81B2-15C8-2E73-697D-69BC47E647F4}"/>
              </a:ext>
            </a:extLst>
          </p:cNvPr>
          <p:cNvCxnSpPr>
            <a:stCxn id="11" idx="3"/>
          </p:cNvCxnSpPr>
          <p:nvPr/>
        </p:nvCxnSpPr>
        <p:spPr>
          <a:xfrm>
            <a:off x="7794168" y="5888230"/>
            <a:ext cx="2353132" cy="45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2E10347-06D2-B46A-6CF3-94D7E3ABF76C}"/>
              </a:ext>
            </a:extLst>
          </p:cNvPr>
          <p:cNvCxnSpPr>
            <a:cxnSpLocks/>
          </p:cNvCxnSpPr>
          <p:nvPr/>
        </p:nvCxnSpPr>
        <p:spPr>
          <a:xfrm flipV="1">
            <a:off x="10160000" y="1943100"/>
            <a:ext cx="0" cy="394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A842740-3219-9EF7-D5E9-592606E6A6CE}"/>
              </a:ext>
            </a:extLst>
          </p:cNvPr>
          <p:cNvCxnSpPr>
            <a:cxnSpLocks/>
            <a:endCxn id="5" idx="3"/>
          </p:cNvCxnSpPr>
          <p:nvPr/>
        </p:nvCxnSpPr>
        <p:spPr>
          <a:xfrm flipH="1" flipV="1">
            <a:off x="7794171" y="1933602"/>
            <a:ext cx="2365829" cy="9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D61EA22-C9A4-D74D-0276-BA2D71358CF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95998" y="1395226"/>
            <a:ext cx="2" cy="317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5B654EA-E6A5-4BF9-FE8B-3AECDD898393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6095996" y="2154945"/>
            <a:ext cx="4" cy="706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960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7CED487-EC9D-C1F7-B17E-3A44C10E3D8E}"/>
              </a:ext>
            </a:extLst>
          </p:cNvPr>
          <p:cNvSpPr/>
          <p:nvPr/>
        </p:nvSpPr>
        <p:spPr>
          <a:xfrm>
            <a:off x="994227" y="557529"/>
            <a:ext cx="1844040" cy="838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AB19B60-C3F6-5444-5F43-179014C1CCC8}"/>
              </a:ext>
            </a:extLst>
          </p:cNvPr>
          <p:cNvSpPr/>
          <p:nvPr/>
        </p:nvSpPr>
        <p:spPr>
          <a:xfrm>
            <a:off x="4666339" y="558072"/>
            <a:ext cx="2859315" cy="83765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lựa chọn các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 đặt tùy chọn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666381-152F-F2B7-0F1D-ABE9AA69BF20}"/>
              </a:ext>
            </a:extLst>
          </p:cNvPr>
          <p:cNvSpPr/>
          <p:nvPr/>
        </p:nvSpPr>
        <p:spPr>
          <a:xfrm>
            <a:off x="4666339" y="2443279"/>
            <a:ext cx="2859315" cy="83765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 sử dụng streaming khi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phản hồi hay không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ED9545-85A4-EC52-6D48-EA294F061EEC}"/>
              </a:ext>
            </a:extLst>
          </p:cNvPr>
          <p:cNvSpPr/>
          <p:nvPr/>
        </p:nvSpPr>
        <p:spPr>
          <a:xfrm>
            <a:off x="994227" y="2443278"/>
            <a:ext cx="2859315" cy="83765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Lựa chọn mô hình LLM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 sinh phản hồi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F037F5-B213-F186-DA20-182B7F151232}"/>
              </a:ext>
            </a:extLst>
          </p:cNvPr>
          <p:cNvSpPr/>
          <p:nvPr/>
        </p:nvSpPr>
        <p:spPr>
          <a:xfrm>
            <a:off x="8338451" y="2423613"/>
            <a:ext cx="2859315" cy="8573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Lựa chọn độ “thân thiện”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 phản hồi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4C8401-2614-0C9B-8301-5C8989FEA059}"/>
              </a:ext>
            </a:extLst>
          </p:cNvPr>
          <p:cNvSpPr/>
          <p:nvPr/>
        </p:nvSpPr>
        <p:spPr>
          <a:xfrm>
            <a:off x="4666339" y="3915940"/>
            <a:ext cx="2859315" cy="83765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 dụng cài đặt tùy chọn cho phản hồi tiếp theo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AC9F1C-A7FA-6017-347A-E665382BDD60}"/>
              </a:ext>
            </a:extLst>
          </p:cNvPr>
          <p:cNvSpPr/>
          <p:nvPr/>
        </p:nvSpPr>
        <p:spPr>
          <a:xfrm>
            <a:off x="5173976" y="5388601"/>
            <a:ext cx="1844040" cy="838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3AABFA-E81C-3DA9-3929-6C4D726031DA}"/>
              </a:ext>
            </a:extLst>
          </p:cNvPr>
          <p:cNvCxnSpPr>
            <a:stCxn id="2" idx="6"/>
            <a:endCxn id="3" idx="1"/>
          </p:cNvCxnSpPr>
          <p:nvPr/>
        </p:nvCxnSpPr>
        <p:spPr>
          <a:xfrm>
            <a:off x="2838267" y="976629"/>
            <a:ext cx="1828072" cy="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34FF8B5-C2AD-CECE-E769-23CF3686B352}"/>
              </a:ext>
            </a:extLst>
          </p:cNvPr>
          <p:cNvCxnSpPr>
            <a:stCxn id="3" idx="2"/>
            <a:endCxn id="6" idx="0"/>
          </p:cNvCxnSpPr>
          <p:nvPr/>
        </p:nvCxnSpPr>
        <p:spPr>
          <a:xfrm rot="5400000">
            <a:off x="3736167" y="83447"/>
            <a:ext cx="1047549" cy="3672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1D76289-375D-3C3C-77EB-EDBE077429A1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16200000" flipH="1">
            <a:off x="7418111" y="73615"/>
            <a:ext cx="1027884" cy="3672112"/>
          </a:xfrm>
          <a:prstGeom prst="bentConnector3">
            <a:avLst>
              <a:gd name="adj1" fmla="val 5092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D5ABF1-E50E-E16D-84CD-C5C8E41F8327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095997" y="1395729"/>
            <a:ext cx="0" cy="1047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A280FE3-81C5-D2CD-D963-293BB29A7BCC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16200000" flipH="1">
            <a:off x="3942439" y="1762381"/>
            <a:ext cx="635005" cy="3672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ABF387F-162D-4BDA-2E13-4D97F788CD9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7614550" y="1762380"/>
            <a:ext cx="635007" cy="367211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57C5D9-2615-466F-FFDA-7EDB739064CD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6095997" y="3280936"/>
            <a:ext cx="0" cy="635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67C2E8-511F-C48F-A441-8704CF1CC29D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6095996" y="4753597"/>
            <a:ext cx="1" cy="635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FABBE4D-112E-E0DF-8FF5-CDA539404E35}"/>
              </a:ext>
            </a:extLst>
          </p:cNvPr>
          <p:cNvSpPr txBox="1"/>
          <p:nvPr/>
        </p:nvSpPr>
        <p:spPr>
          <a:xfrm>
            <a:off x="2838267" y="6383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ECD4CE-CEAB-C0B3-C070-A2A55C7F7C71}"/>
              </a:ext>
            </a:extLst>
          </p:cNvPr>
          <p:cNvSpPr txBox="1"/>
          <p:nvPr/>
        </p:nvSpPr>
        <p:spPr>
          <a:xfrm>
            <a:off x="6095996" y="1401840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5A52F6-029F-BA1C-5F6F-5AB5C809D3D9}"/>
              </a:ext>
            </a:extLst>
          </p:cNvPr>
          <p:cNvSpPr txBox="1"/>
          <p:nvPr/>
        </p:nvSpPr>
        <p:spPr>
          <a:xfrm>
            <a:off x="2423884" y="3280933"/>
            <a:ext cx="5725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(2A)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A3D5B3-750A-CA8E-24C0-FDAAC4C85725}"/>
              </a:ext>
            </a:extLst>
          </p:cNvPr>
          <p:cNvSpPr txBox="1"/>
          <p:nvPr/>
        </p:nvSpPr>
        <p:spPr>
          <a:xfrm>
            <a:off x="6095996" y="3283106"/>
            <a:ext cx="561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(2B)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50E784-DD4C-9D6F-2266-5CA7C6AD71CE}"/>
              </a:ext>
            </a:extLst>
          </p:cNvPr>
          <p:cNvSpPr txBox="1"/>
          <p:nvPr/>
        </p:nvSpPr>
        <p:spPr>
          <a:xfrm>
            <a:off x="9768108" y="3294788"/>
            <a:ext cx="561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(2C)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7604A8-1CCF-4A8E-C09D-5110B5DF2965}"/>
              </a:ext>
            </a:extLst>
          </p:cNvPr>
          <p:cNvSpPr txBox="1"/>
          <p:nvPr/>
        </p:nvSpPr>
        <p:spPr>
          <a:xfrm>
            <a:off x="6095996" y="4753593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1653470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A26FC92-E264-53EC-B41F-B020459C6AFD}"/>
              </a:ext>
            </a:extLst>
          </p:cNvPr>
          <p:cNvGrpSpPr/>
          <p:nvPr/>
        </p:nvGrpSpPr>
        <p:grpSpPr>
          <a:xfrm>
            <a:off x="1752601" y="371194"/>
            <a:ext cx="1421219" cy="1494544"/>
            <a:chOff x="5261639" y="42349"/>
            <a:chExt cx="1421219" cy="1118399"/>
          </a:xfrm>
        </p:grpSpPr>
        <p:pic>
          <p:nvPicPr>
            <p:cNvPr id="3" name="Graphic 2" descr="User with solid fill">
              <a:extLst>
                <a:ext uri="{FF2B5EF4-FFF2-40B4-BE49-F238E27FC236}">
                  <a16:creationId xmlns:a16="http://schemas.microsoft.com/office/drawing/2014/main" id="{6227E11A-6C13-C5C2-0E9C-B6CF77C49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33030" y="42349"/>
              <a:ext cx="1264935" cy="100393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81E2644-219A-3372-C0D4-6AB8E98EBC8D}"/>
                </a:ext>
              </a:extLst>
            </p:cNvPr>
            <p:cNvSpPr txBox="1"/>
            <p:nvPr/>
          </p:nvSpPr>
          <p:spPr>
            <a:xfrm>
              <a:off x="5261639" y="884369"/>
              <a:ext cx="1421219" cy="276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>
                  <a:latin typeface="+mj-lt"/>
                </a:rPr>
                <a:t>Người dùng</a:t>
              </a:r>
              <a:endParaRPr lang="en-US">
                <a:latin typeface="+mj-lt"/>
              </a:endParaRP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2A6875-8B26-6719-649E-8D23ABB40979}"/>
              </a:ext>
            </a:extLst>
          </p:cNvPr>
          <p:cNvSpPr/>
          <p:nvPr/>
        </p:nvSpPr>
        <p:spPr>
          <a:xfrm>
            <a:off x="4746171" y="801980"/>
            <a:ext cx="2699657" cy="7571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phiên chat mới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AD5708-5B0D-6B71-D491-BB4563F76B77}"/>
              </a:ext>
            </a:extLst>
          </p:cNvPr>
          <p:cNvSpPr/>
          <p:nvPr/>
        </p:nvSpPr>
        <p:spPr>
          <a:xfrm>
            <a:off x="4746171" y="4348212"/>
            <a:ext cx="2699657" cy="7571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tạo ra phản hồi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4BA9D8-F05D-99AB-ADBF-C508B94C5280}"/>
              </a:ext>
            </a:extLst>
          </p:cNvPr>
          <p:cNvSpPr/>
          <p:nvPr/>
        </p:nvSpPr>
        <p:spPr>
          <a:xfrm>
            <a:off x="4746171" y="3050406"/>
            <a:ext cx="2699657" cy="7571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gửi prompt sinh starter đến LLM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1BA363-D13A-2EC7-ED5F-D8CD06623CEB}"/>
              </a:ext>
            </a:extLst>
          </p:cNvPr>
          <p:cNvSpPr/>
          <p:nvPr/>
        </p:nvSpPr>
        <p:spPr>
          <a:xfrm>
            <a:off x="8092196" y="4348212"/>
            <a:ext cx="2699657" cy="7571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trích xuất starter và hiển thị lên UI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BE263FE-907E-EB4B-3DDA-32BA1B1C9D19}"/>
              </a:ext>
            </a:extLst>
          </p:cNvPr>
          <p:cNvSpPr/>
          <p:nvPr/>
        </p:nvSpPr>
        <p:spPr>
          <a:xfrm>
            <a:off x="8092195" y="801980"/>
            <a:ext cx="2699657" cy="7571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diện 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phiên chat mới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E2D89A-200B-05DC-785D-E8B9B21DF33B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173820" y="1180574"/>
            <a:ext cx="15723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13899F-BF5F-BA78-D86E-38875B076885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7445828" y="1180574"/>
            <a:ext cx="646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A331EC-E1AF-4E0F-1040-6D6D29AE23B7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6096000" y="1559168"/>
            <a:ext cx="0" cy="149123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D65895-F305-82CC-EFC8-B409193E9512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6096000" y="3807594"/>
            <a:ext cx="0" cy="54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60B4A27-DA68-90AD-539C-2401F00B409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445828" y="4726806"/>
            <a:ext cx="646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A91FC9D-D248-3668-08F2-D60156BA8348}"/>
              </a:ext>
            </a:extLst>
          </p:cNvPr>
          <p:cNvCxnSpPr>
            <a:cxnSpLocks/>
            <a:stCxn id="10" idx="0"/>
            <a:endCxn id="11" idx="2"/>
          </p:cNvCxnSpPr>
          <p:nvPr/>
        </p:nvCxnSpPr>
        <p:spPr>
          <a:xfrm flipH="1" flipV="1">
            <a:off x="9442024" y="1559168"/>
            <a:ext cx="1" cy="2789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9A363C5-D977-5F96-A02D-BEE715205650}"/>
              </a:ext>
            </a:extLst>
          </p:cNvPr>
          <p:cNvSpPr txBox="1"/>
          <p:nvPr/>
        </p:nvSpPr>
        <p:spPr>
          <a:xfrm>
            <a:off x="6077253" y="1805287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tự động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ABDC62-3A1B-4362-CCC3-8068E09224C4}"/>
              </a:ext>
            </a:extLst>
          </p:cNvPr>
          <p:cNvSpPr/>
          <p:nvPr/>
        </p:nvSpPr>
        <p:spPr>
          <a:xfrm>
            <a:off x="4286673" y="2296415"/>
            <a:ext cx="6964675" cy="332231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9737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4FDEA4F1-B0BB-A117-78D7-3E085C6A7636}"/>
              </a:ext>
            </a:extLst>
          </p:cNvPr>
          <p:cNvSpPr/>
          <p:nvPr/>
        </p:nvSpPr>
        <p:spPr>
          <a:xfrm>
            <a:off x="5185195" y="631196"/>
            <a:ext cx="1844040" cy="1197601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B7C0BC-2D74-53AB-D09E-8386636DD11C}"/>
              </a:ext>
            </a:extLst>
          </p:cNvPr>
          <p:cNvSpPr/>
          <p:nvPr/>
        </p:nvSpPr>
        <p:spPr>
          <a:xfrm>
            <a:off x="5173976" y="5029201"/>
            <a:ext cx="1844040" cy="1197833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AE0F51-58AB-1B4C-3FEC-B33476038955}"/>
              </a:ext>
            </a:extLst>
          </p:cNvPr>
          <p:cNvSpPr/>
          <p:nvPr/>
        </p:nvSpPr>
        <p:spPr>
          <a:xfrm>
            <a:off x="4666338" y="2830471"/>
            <a:ext cx="2859315" cy="119705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sinh phản hồi chứa starter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17227E-AAC0-E24C-93CA-008C19A5D14D}"/>
              </a:ext>
            </a:extLst>
          </p:cNvPr>
          <p:cNvSpPr/>
          <p:nvPr/>
        </p:nvSpPr>
        <p:spPr>
          <a:xfrm>
            <a:off x="8487556" y="631740"/>
            <a:ext cx="2859315" cy="119705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khởi tạo phiên chat mới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23D8A0-33A1-E454-06A7-B3436998946D}"/>
              </a:ext>
            </a:extLst>
          </p:cNvPr>
          <p:cNvSpPr/>
          <p:nvPr/>
        </p:nvSpPr>
        <p:spPr>
          <a:xfrm>
            <a:off x="856339" y="5029201"/>
            <a:ext cx="2859315" cy="119705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starter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 UI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90AE46-2703-BD7D-807A-4F92311748D9}"/>
              </a:ext>
            </a:extLst>
          </p:cNvPr>
          <p:cNvCxnSpPr>
            <a:stCxn id="11" idx="6"/>
            <a:endCxn id="15" idx="1"/>
          </p:cNvCxnSpPr>
          <p:nvPr/>
        </p:nvCxnSpPr>
        <p:spPr>
          <a:xfrm>
            <a:off x="7029235" y="1229997"/>
            <a:ext cx="1458321" cy="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172BC6-0DED-D41B-8E59-DB9AA2B582A4}"/>
              </a:ext>
            </a:extLst>
          </p:cNvPr>
          <p:cNvCxnSpPr>
            <a:cxnSpLocks/>
            <a:stCxn id="15" idx="2"/>
            <a:endCxn id="43" idx="0"/>
          </p:cNvCxnSpPr>
          <p:nvPr/>
        </p:nvCxnSpPr>
        <p:spPr>
          <a:xfrm>
            <a:off x="9917214" y="1828797"/>
            <a:ext cx="0" cy="1001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909A49-C42A-44F6-AFE7-C53802194A7D}"/>
              </a:ext>
            </a:extLst>
          </p:cNvPr>
          <p:cNvCxnSpPr>
            <a:cxnSpLocks/>
            <a:stCxn id="44" idx="2"/>
            <a:endCxn id="17" idx="0"/>
          </p:cNvCxnSpPr>
          <p:nvPr/>
        </p:nvCxnSpPr>
        <p:spPr>
          <a:xfrm>
            <a:off x="2285997" y="4027526"/>
            <a:ext cx="0" cy="1001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9DE6D9-EBD7-8193-C81B-789E8F9FF72F}"/>
              </a:ext>
            </a:extLst>
          </p:cNvPr>
          <p:cNvCxnSpPr>
            <a:stCxn id="17" idx="3"/>
            <a:endCxn id="12" idx="2"/>
          </p:cNvCxnSpPr>
          <p:nvPr/>
        </p:nvCxnSpPr>
        <p:spPr>
          <a:xfrm>
            <a:off x="3715654" y="5627730"/>
            <a:ext cx="1458322" cy="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4591EC1-A315-E9A3-C8EE-CE55F8D5096D}"/>
              </a:ext>
            </a:extLst>
          </p:cNvPr>
          <p:cNvSpPr txBox="1"/>
          <p:nvPr/>
        </p:nvSpPr>
        <p:spPr>
          <a:xfrm>
            <a:off x="7029234" y="86066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36CA1C-78CE-2C38-57AD-6682E4F9A1E2}"/>
              </a:ext>
            </a:extLst>
          </p:cNvPr>
          <p:cNvSpPr txBox="1"/>
          <p:nvPr/>
        </p:nvSpPr>
        <p:spPr>
          <a:xfrm>
            <a:off x="9463243" y="182879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FD61F7-9FBD-59BA-AD74-E60AB3852FF2}"/>
              </a:ext>
            </a:extLst>
          </p:cNvPr>
          <p:cNvSpPr txBox="1"/>
          <p:nvPr/>
        </p:nvSpPr>
        <p:spPr>
          <a:xfrm>
            <a:off x="8033586" y="342899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5C5393-3635-CDF3-570F-333BB613AFB5}"/>
              </a:ext>
            </a:extLst>
          </p:cNvPr>
          <p:cNvSpPr txBox="1"/>
          <p:nvPr/>
        </p:nvSpPr>
        <p:spPr>
          <a:xfrm>
            <a:off x="3715654" y="525839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7F45430-8CD4-C3FA-8071-519AB313316B}"/>
              </a:ext>
            </a:extLst>
          </p:cNvPr>
          <p:cNvSpPr/>
          <p:nvPr/>
        </p:nvSpPr>
        <p:spPr>
          <a:xfrm>
            <a:off x="8487556" y="2830470"/>
            <a:ext cx="2859315" cy="119705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tự động gửi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đến LLM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8F78AFC-BB0D-EB48-BEA4-B67EB36EA154}"/>
              </a:ext>
            </a:extLst>
          </p:cNvPr>
          <p:cNvSpPr/>
          <p:nvPr/>
        </p:nvSpPr>
        <p:spPr>
          <a:xfrm>
            <a:off x="856339" y="2830469"/>
            <a:ext cx="2859315" cy="119705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 xuất các starter từ phản hồi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A39C485-62B2-30C4-BCD7-091588AA65E2}"/>
              </a:ext>
            </a:extLst>
          </p:cNvPr>
          <p:cNvCxnSpPr>
            <a:cxnSpLocks/>
            <a:stCxn id="43" idx="1"/>
            <a:endCxn id="13" idx="3"/>
          </p:cNvCxnSpPr>
          <p:nvPr/>
        </p:nvCxnSpPr>
        <p:spPr>
          <a:xfrm flipH="1">
            <a:off x="7525653" y="3428999"/>
            <a:ext cx="9619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FECA1F-3DC5-3C13-ECBC-7CCAECB02F61}"/>
              </a:ext>
            </a:extLst>
          </p:cNvPr>
          <p:cNvCxnSpPr>
            <a:cxnSpLocks/>
            <a:stCxn id="13" idx="1"/>
            <a:endCxn id="44" idx="3"/>
          </p:cNvCxnSpPr>
          <p:nvPr/>
        </p:nvCxnSpPr>
        <p:spPr>
          <a:xfrm flipH="1" flipV="1">
            <a:off x="3715654" y="3428998"/>
            <a:ext cx="950684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7913B3C-B887-5538-E7FB-8E789A9F2CAF}"/>
              </a:ext>
            </a:extLst>
          </p:cNvPr>
          <p:cNvSpPr txBox="1"/>
          <p:nvPr/>
        </p:nvSpPr>
        <p:spPr>
          <a:xfrm>
            <a:off x="4217830" y="342899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F82C71-1913-D952-7A1C-7E184758F9B0}"/>
              </a:ext>
            </a:extLst>
          </p:cNvPr>
          <p:cNvSpPr txBox="1"/>
          <p:nvPr/>
        </p:nvSpPr>
        <p:spPr>
          <a:xfrm>
            <a:off x="2285996" y="40275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</p:spTree>
    <p:extLst>
      <p:ext uri="{BB962C8B-B14F-4D97-AF65-F5344CB8AC3E}">
        <p14:creationId xmlns:p14="http://schemas.microsoft.com/office/powerpoint/2010/main" val="3630531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585B42A-1C32-7D54-C418-8EC4D61D893E}"/>
              </a:ext>
            </a:extLst>
          </p:cNvPr>
          <p:cNvGrpSpPr/>
          <p:nvPr/>
        </p:nvGrpSpPr>
        <p:grpSpPr>
          <a:xfrm>
            <a:off x="304800" y="714620"/>
            <a:ext cx="1421219" cy="1618759"/>
            <a:chOff x="5261639" y="42349"/>
            <a:chExt cx="1421219" cy="1211352"/>
          </a:xfrm>
        </p:grpSpPr>
        <p:pic>
          <p:nvPicPr>
            <p:cNvPr id="3" name="Graphic 2" descr="User with solid fill">
              <a:extLst>
                <a:ext uri="{FF2B5EF4-FFF2-40B4-BE49-F238E27FC236}">
                  <a16:creationId xmlns:a16="http://schemas.microsoft.com/office/drawing/2014/main" id="{02693618-AA14-6A2B-9B2F-4CD4EAA36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33030" y="42349"/>
              <a:ext cx="1264935" cy="100393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E635135-753B-9EA9-8C42-910757F91067}"/>
                </a:ext>
              </a:extLst>
            </p:cNvPr>
            <p:cNvSpPr txBox="1"/>
            <p:nvPr/>
          </p:nvSpPr>
          <p:spPr>
            <a:xfrm>
              <a:off x="5261639" y="884369"/>
              <a:ext cx="1421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>
                  <a:latin typeface="+mj-lt"/>
                </a:rPr>
                <a:t>Người dùng</a:t>
              </a:r>
              <a:endParaRPr lang="en-US">
                <a:latin typeface="+mj-lt"/>
              </a:endParaRP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7AEA57-B967-4A2B-7BDB-0BDE387A00DB}"/>
              </a:ext>
            </a:extLst>
          </p:cNvPr>
          <p:cNvSpPr/>
          <p:nvPr/>
        </p:nvSpPr>
        <p:spPr>
          <a:xfrm>
            <a:off x="3002280" y="105156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diện chat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69F48D-A52A-A475-7BBD-319E9F21F4E4}"/>
              </a:ext>
            </a:extLst>
          </p:cNvPr>
          <p:cNvSpPr/>
          <p:nvPr/>
        </p:nvSpPr>
        <p:spPr>
          <a:xfrm>
            <a:off x="3002280" y="289560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 truy vấn vào input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2F8322-D48B-42AC-EACB-B25214D49E15}"/>
              </a:ext>
            </a:extLst>
          </p:cNvPr>
          <p:cNvSpPr/>
          <p:nvPr/>
        </p:nvSpPr>
        <p:spPr>
          <a:xfrm>
            <a:off x="3002280" y="473964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 truy vấn đến hệ thống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A9A2C0-97DE-30E5-9CD8-52A1C87D0D4B}"/>
              </a:ext>
            </a:extLst>
          </p:cNvPr>
          <p:cNvSpPr/>
          <p:nvPr/>
        </p:nvSpPr>
        <p:spPr>
          <a:xfrm>
            <a:off x="7372261" y="473964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gọi agent để sinh ra phản hồi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700EF7-0220-1662-D232-0B2779233B29}"/>
              </a:ext>
            </a:extLst>
          </p:cNvPr>
          <p:cNvSpPr/>
          <p:nvPr/>
        </p:nvSpPr>
        <p:spPr>
          <a:xfrm>
            <a:off x="7372261" y="105156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hiển thị phản hồi đến người dùng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72EBEE-B4C2-BFB0-E7A2-7F8023FA6CEA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641126" y="1584960"/>
            <a:ext cx="13611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23EDEE-6D00-A3AE-A0C3-ECF4B3AAFB7A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549140" y="2118360"/>
            <a:ext cx="0" cy="7772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2EBBA6-058E-288E-CAEF-9D4F43D8D44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549140" y="3962400"/>
            <a:ext cx="0" cy="7772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6FC128-62B6-79F0-4945-61BBDB96743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096000" y="5273040"/>
            <a:ext cx="12762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76367B1-6D0B-92F0-BEAC-24AF6DA7FE15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8919121" y="2118360"/>
            <a:ext cx="0" cy="26212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68DBCE-37CD-6DB3-CF3B-71F4E2BEB66D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>
            <a:off x="6096000" y="1584960"/>
            <a:ext cx="12762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575FACF-80D6-8930-F3AF-4C745674F7E2}"/>
              </a:ext>
            </a:extLst>
          </p:cNvPr>
          <p:cNvSpPr/>
          <p:nvPr/>
        </p:nvSpPr>
        <p:spPr>
          <a:xfrm>
            <a:off x="7086600" y="714620"/>
            <a:ext cx="3749038" cy="54271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756769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DF73D65-97C3-BEAD-5A4F-8C3D24005027}"/>
              </a:ext>
            </a:extLst>
          </p:cNvPr>
          <p:cNvSpPr/>
          <p:nvPr/>
        </p:nvSpPr>
        <p:spPr>
          <a:xfrm>
            <a:off x="5173980" y="243840"/>
            <a:ext cx="1844040" cy="838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21F171-2A81-F478-BF9B-CB6B4EDEE9BC}"/>
              </a:ext>
            </a:extLst>
          </p:cNvPr>
          <p:cNvSpPr/>
          <p:nvPr/>
        </p:nvSpPr>
        <p:spPr>
          <a:xfrm>
            <a:off x="4419600" y="1821180"/>
            <a:ext cx="3352800" cy="77724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nhập truy vấn 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 vào dạng văn bản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936821-1574-1D86-16D2-EFF03E7CFB13}"/>
              </a:ext>
            </a:extLst>
          </p:cNvPr>
          <p:cNvSpPr/>
          <p:nvPr/>
        </p:nvSpPr>
        <p:spPr>
          <a:xfrm>
            <a:off x="4419600" y="3040380"/>
            <a:ext cx="3352800" cy="77724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gọi agent sinh ra phản hồi cho truy vấn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07CC39-690B-02BF-E594-5E4FB3146DFE}"/>
              </a:ext>
            </a:extLst>
          </p:cNvPr>
          <p:cNvSpPr/>
          <p:nvPr/>
        </p:nvSpPr>
        <p:spPr>
          <a:xfrm>
            <a:off x="4427220" y="4259580"/>
            <a:ext cx="3352800" cy="77724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hiển thị phản hồi cho người dùng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E35F6CD-FDD4-53C0-E2A0-2CA0B0F4ECBA}"/>
              </a:ext>
            </a:extLst>
          </p:cNvPr>
          <p:cNvSpPr/>
          <p:nvPr/>
        </p:nvSpPr>
        <p:spPr>
          <a:xfrm>
            <a:off x="5173980" y="5775960"/>
            <a:ext cx="1844040" cy="838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FA62BF-F698-40A4-D21B-50E1DF524030}"/>
              </a:ext>
            </a:extLst>
          </p:cNvPr>
          <p:cNvCxnSpPr>
            <a:cxnSpLocks/>
            <a:stCxn id="2" idx="4"/>
            <a:endCxn id="3" idx="0"/>
          </p:cNvCxnSpPr>
          <p:nvPr/>
        </p:nvCxnSpPr>
        <p:spPr>
          <a:xfrm>
            <a:off x="6096000" y="1082040"/>
            <a:ext cx="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6E90C6-D117-8156-99B9-25EABE1FCAC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6096000" y="2598420"/>
            <a:ext cx="0" cy="441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1AA626-1EAB-3757-5DBF-015B58B628C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96000" y="3817620"/>
            <a:ext cx="7620" cy="441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20C893-C5DD-077E-5EB9-E32AAF79350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6096000" y="5036820"/>
            <a:ext cx="762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1A218BE-D2AA-47DF-3F2B-63F5EE9BECEC}"/>
              </a:ext>
            </a:extLst>
          </p:cNvPr>
          <p:cNvSpPr txBox="1"/>
          <p:nvPr/>
        </p:nvSpPr>
        <p:spPr>
          <a:xfrm>
            <a:off x="6103620" y="108227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3B5D4B-1E84-6D42-1C99-8C376F36166E}"/>
              </a:ext>
            </a:extLst>
          </p:cNvPr>
          <p:cNvSpPr txBox="1"/>
          <p:nvPr/>
        </p:nvSpPr>
        <p:spPr>
          <a:xfrm>
            <a:off x="6103620" y="261008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D84961-C70D-982C-BC23-5BD742DCBF4E}"/>
              </a:ext>
            </a:extLst>
          </p:cNvPr>
          <p:cNvSpPr txBox="1"/>
          <p:nvPr/>
        </p:nvSpPr>
        <p:spPr>
          <a:xfrm>
            <a:off x="6096000" y="381762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AD40F3-2C24-8D34-F831-ECD6E472C982}"/>
              </a:ext>
            </a:extLst>
          </p:cNvPr>
          <p:cNvSpPr txBox="1"/>
          <p:nvPr/>
        </p:nvSpPr>
        <p:spPr>
          <a:xfrm>
            <a:off x="6103620" y="503682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2596790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1BA1C11-CDC2-5413-8166-474667ED4729}"/>
              </a:ext>
            </a:extLst>
          </p:cNvPr>
          <p:cNvGrpSpPr/>
          <p:nvPr/>
        </p:nvGrpSpPr>
        <p:grpSpPr>
          <a:xfrm>
            <a:off x="304800" y="499601"/>
            <a:ext cx="1421219" cy="1618759"/>
            <a:chOff x="5261639" y="42349"/>
            <a:chExt cx="1421219" cy="1211352"/>
          </a:xfrm>
        </p:grpSpPr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AD84FC3F-E406-DC0B-1B1A-D1ABE3228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33030" y="42349"/>
              <a:ext cx="1264935" cy="100393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30D525-A484-9DE3-F7FC-3E4FB65F19E6}"/>
                </a:ext>
              </a:extLst>
            </p:cNvPr>
            <p:cNvSpPr txBox="1"/>
            <p:nvPr/>
          </p:nvSpPr>
          <p:spPr>
            <a:xfrm>
              <a:off x="5261639" y="884369"/>
              <a:ext cx="1421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>
                  <a:latin typeface="+mj-lt"/>
                </a:rPr>
                <a:t>Người dùng</a:t>
              </a:r>
              <a:endParaRPr lang="en-US">
                <a:latin typeface="+mj-lt"/>
              </a:endParaRP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59F31F-4558-AFB1-ECB7-601B3000C669}"/>
              </a:ext>
            </a:extLst>
          </p:cNvPr>
          <p:cNvSpPr/>
          <p:nvPr/>
        </p:nvSpPr>
        <p:spPr>
          <a:xfrm>
            <a:off x="3002280" y="80772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diện chat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9B12F3-EF3C-6FE6-2B3C-BC39A53BFE51}"/>
              </a:ext>
            </a:extLst>
          </p:cNvPr>
          <p:cNvSpPr/>
          <p:nvPr/>
        </p:nvSpPr>
        <p:spPr>
          <a:xfrm>
            <a:off x="3002280" y="277368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 truy vấn dạng âm thanh vào input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CD8A1C-D743-A891-0F81-DAA656C08EB3}"/>
              </a:ext>
            </a:extLst>
          </p:cNvPr>
          <p:cNvSpPr/>
          <p:nvPr/>
        </p:nvSpPr>
        <p:spPr>
          <a:xfrm>
            <a:off x="3002280" y="473964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 truy vấn đến hệ thống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E0B451-3909-8BE9-05F9-23E0CC6EA898}"/>
              </a:ext>
            </a:extLst>
          </p:cNvPr>
          <p:cNvSpPr/>
          <p:nvPr/>
        </p:nvSpPr>
        <p:spPr>
          <a:xfrm>
            <a:off x="7372261" y="473964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chuyển đổi truy vấn sang dạng văn bản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EFD7980-A672-9F03-464A-7A2FFCBF9100}"/>
              </a:ext>
            </a:extLst>
          </p:cNvPr>
          <p:cNvSpPr/>
          <p:nvPr/>
        </p:nvSpPr>
        <p:spPr>
          <a:xfrm>
            <a:off x="7372261" y="211836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chuyển đổi phản hồi về dạng âm thanh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066D0A-76F6-56CD-4427-DD1F0150312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641126" y="1341120"/>
            <a:ext cx="13611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675842-D09A-5E09-D16F-3FBC2338CE0E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549140" y="1874520"/>
            <a:ext cx="0" cy="899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EFD3B1-2D41-48F5-3F27-B5B754EAB5F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4549140" y="3840480"/>
            <a:ext cx="0" cy="899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A0D9C1-ECF9-CFD7-49B5-25254253E1F7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6096000" y="5273040"/>
            <a:ext cx="12762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0EE3D5A-9799-2F89-BCB0-52C6A13AB481}"/>
              </a:ext>
            </a:extLst>
          </p:cNvPr>
          <p:cNvCxnSpPr>
            <a:cxnSpLocks/>
            <a:stCxn id="31" idx="0"/>
            <a:endCxn id="21" idx="2"/>
          </p:cNvCxnSpPr>
          <p:nvPr/>
        </p:nvCxnSpPr>
        <p:spPr>
          <a:xfrm flipV="1">
            <a:off x="8919121" y="3185160"/>
            <a:ext cx="0" cy="2438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B36C31-B826-54FC-39E9-E5FE88A66720}"/>
              </a:ext>
            </a:extLst>
          </p:cNvPr>
          <p:cNvCxnSpPr>
            <a:cxnSpLocks/>
            <a:stCxn id="44" idx="1"/>
            <a:endCxn id="17" idx="3"/>
          </p:cNvCxnSpPr>
          <p:nvPr/>
        </p:nvCxnSpPr>
        <p:spPr>
          <a:xfrm flipH="1">
            <a:off x="6096000" y="1341120"/>
            <a:ext cx="12762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67545EF-3904-1FD4-532A-E8D4411E2C07}"/>
              </a:ext>
            </a:extLst>
          </p:cNvPr>
          <p:cNvSpPr/>
          <p:nvPr/>
        </p:nvSpPr>
        <p:spPr>
          <a:xfrm>
            <a:off x="7086600" y="518162"/>
            <a:ext cx="3749038" cy="562355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C591672-62D1-E3EE-0DBA-517B0B9E2A58}"/>
              </a:ext>
            </a:extLst>
          </p:cNvPr>
          <p:cNvSpPr/>
          <p:nvPr/>
        </p:nvSpPr>
        <p:spPr>
          <a:xfrm>
            <a:off x="7372261" y="342900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gọi agent để sinh ra phản hồi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C72D8D-9EB6-F2FE-E5AE-C6F1B0DAAF65}"/>
              </a:ext>
            </a:extLst>
          </p:cNvPr>
          <p:cNvCxnSpPr>
            <a:cxnSpLocks/>
            <a:stCxn id="20" idx="0"/>
            <a:endCxn id="31" idx="2"/>
          </p:cNvCxnSpPr>
          <p:nvPr/>
        </p:nvCxnSpPr>
        <p:spPr>
          <a:xfrm flipV="1">
            <a:off x="8919121" y="4495800"/>
            <a:ext cx="0" cy="2438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2F77918-AB1A-03C4-5203-CF557656D68F}"/>
              </a:ext>
            </a:extLst>
          </p:cNvPr>
          <p:cNvSpPr/>
          <p:nvPr/>
        </p:nvSpPr>
        <p:spPr>
          <a:xfrm>
            <a:off x="7372261" y="807720"/>
            <a:ext cx="3093720" cy="1066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đưa phản hồi đến người dùng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6757D95-F60C-2A29-404B-B61CD76E3110}"/>
              </a:ext>
            </a:extLst>
          </p:cNvPr>
          <p:cNvCxnSpPr>
            <a:cxnSpLocks/>
            <a:stCxn id="21" idx="0"/>
            <a:endCxn id="44" idx="2"/>
          </p:cNvCxnSpPr>
          <p:nvPr/>
        </p:nvCxnSpPr>
        <p:spPr>
          <a:xfrm flipV="1">
            <a:off x="8919121" y="1874520"/>
            <a:ext cx="0" cy="2438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283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6B05E5A-5774-6924-7ADA-F84796769A43}"/>
              </a:ext>
            </a:extLst>
          </p:cNvPr>
          <p:cNvSpPr/>
          <p:nvPr/>
        </p:nvSpPr>
        <p:spPr>
          <a:xfrm>
            <a:off x="563300" y="1266944"/>
            <a:ext cx="1844040" cy="777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D55CFC-45CB-076F-E764-2798E3C31C69}"/>
              </a:ext>
            </a:extLst>
          </p:cNvPr>
          <p:cNvSpPr/>
          <p:nvPr/>
        </p:nvSpPr>
        <p:spPr>
          <a:xfrm>
            <a:off x="3543300" y="1082278"/>
            <a:ext cx="3352800" cy="114657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nhập truy vấn 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 vào dạng âm thanh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2BC32F-D488-40BE-E7AC-211C34DC428B}"/>
              </a:ext>
            </a:extLst>
          </p:cNvPr>
          <p:cNvSpPr/>
          <p:nvPr/>
        </p:nvSpPr>
        <p:spPr>
          <a:xfrm>
            <a:off x="8260080" y="2855714"/>
            <a:ext cx="3352800" cy="114657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gọi agent sinh ra phản hồi cho truy vấn văn bản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B1920A-B421-7EFC-66B0-2A4A582AB950}"/>
              </a:ext>
            </a:extLst>
          </p:cNvPr>
          <p:cNvSpPr/>
          <p:nvPr/>
        </p:nvSpPr>
        <p:spPr>
          <a:xfrm>
            <a:off x="3543300" y="4495562"/>
            <a:ext cx="3352800" cy="114657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đưa ra phản hồi cho người dùng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D19990-4494-20B0-3C52-25E34B2C5171}"/>
              </a:ext>
            </a:extLst>
          </p:cNvPr>
          <p:cNvSpPr/>
          <p:nvPr/>
        </p:nvSpPr>
        <p:spPr>
          <a:xfrm>
            <a:off x="533254" y="4649748"/>
            <a:ext cx="1844040" cy="838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B03F82-25A2-151D-7732-8C2D919E83A8}"/>
              </a:ext>
            </a:extLst>
          </p:cNvPr>
          <p:cNvCxnSpPr>
            <a:cxnSpLocks/>
            <a:stCxn id="80" idx="1"/>
            <a:endCxn id="5" idx="3"/>
          </p:cNvCxnSpPr>
          <p:nvPr/>
        </p:nvCxnSpPr>
        <p:spPr>
          <a:xfrm flipH="1" flipV="1">
            <a:off x="6896100" y="5068848"/>
            <a:ext cx="1363980" cy="1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DA8988-AE88-6FB4-DE9E-72AC01A75957}"/>
              </a:ext>
            </a:extLst>
          </p:cNvPr>
          <p:cNvSpPr txBox="1"/>
          <p:nvPr/>
        </p:nvSpPr>
        <p:spPr>
          <a:xfrm>
            <a:off x="6897135" y="128647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DF8B9F-A792-6678-A237-8A18D79AA52A}"/>
              </a:ext>
            </a:extLst>
          </p:cNvPr>
          <p:cNvSpPr txBox="1"/>
          <p:nvPr/>
        </p:nvSpPr>
        <p:spPr>
          <a:xfrm>
            <a:off x="9951140" y="222885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F1B328-25AD-5F94-8892-B231A3582966}"/>
              </a:ext>
            </a:extLst>
          </p:cNvPr>
          <p:cNvSpPr txBox="1"/>
          <p:nvPr/>
        </p:nvSpPr>
        <p:spPr>
          <a:xfrm>
            <a:off x="7806110" y="469927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D70832-FA92-8019-E202-E206CDAD1F8B}"/>
              </a:ext>
            </a:extLst>
          </p:cNvPr>
          <p:cNvSpPr txBox="1"/>
          <p:nvPr/>
        </p:nvSpPr>
        <p:spPr>
          <a:xfrm>
            <a:off x="3089330" y="469927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401DB0B-6A26-2921-74FF-83D321420B3B}"/>
              </a:ext>
            </a:extLst>
          </p:cNvPr>
          <p:cNvSpPr/>
          <p:nvPr/>
        </p:nvSpPr>
        <p:spPr>
          <a:xfrm>
            <a:off x="8260080" y="1082278"/>
            <a:ext cx="3352800" cy="114657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chuyển đổi truy vấn từ âm thanh sang văn bản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CA16BF-CFB6-3255-EE70-71A1800C7386}"/>
              </a:ext>
            </a:extLst>
          </p:cNvPr>
          <p:cNvCxnSpPr>
            <a:cxnSpLocks/>
            <a:stCxn id="2" idx="6"/>
            <a:endCxn id="3" idx="1"/>
          </p:cNvCxnSpPr>
          <p:nvPr/>
        </p:nvCxnSpPr>
        <p:spPr>
          <a:xfrm>
            <a:off x="2407340" y="1655564"/>
            <a:ext cx="1135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9A9B17-2BF5-D280-1052-147247FF1DC9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>
            <a:off x="6896100" y="1655564"/>
            <a:ext cx="1363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3911F4-290D-D63C-C1A1-C249AA350DC4}"/>
              </a:ext>
            </a:extLst>
          </p:cNvPr>
          <p:cNvCxnSpPr>
            <a:cxnSpLocks/>
            <a:stCxn id="19" idx="2"/>
            <a:endCxn id="4" idx="0"/>
          </p:cNvCxnSpPr>
          <p:nvPr/>
        </p:nvCxnSpPr>
        <p:spPr>
          <a:xfrm>
            <a:off x="9936480" y="2228850"/>
            <a:ext cx="0" cy="626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DF65E27-7ED9-F013-8222-13C703D45D29}"/>
              </a:ext>
            </a:extLst>
          </p:cNvPr>
          <p:cNvSpPr txBox="1"/>
          <p:nvPr/>
        </p:nvSpPr>
        <p:spPr>
          <a:xfrm>
            <a:off x="2408375" y="128647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8461CB0-63ED-4A9D-1B90-E2949619306C}"/>
              </a:ext>
            </a:extLst>
          </p:cNvPr>
          <p:cNvCxnSpPr>
            <a:stCxn id="5" idx="1"/>
            <a:endCxn id="6" idx="6"/>
          </p:cNvCxnSpPr>
          <p:nvPr/>
        </p:nvCxnSpPr>
        <p:spPr>
          <a:xfrm flipH="1">
            <a:off x="2377294" y="5068848"/>
            <a:ext cx="11660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CC66C11-250E-00AA-715E-FE85F08CD21D}"/>
              </a:ext>
            </a:extLst>
          </p:cNvPr>
          <p:cNvSpPr/>
          <p:nvPr/>
        </p:nvSpPr>
        <p:spPr>
          <a:xfrm>
            <a:off x="8260080" y="4497110"/>
            <a:ext cx="3352800" cy="114657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chuyển đổi phản hồi sang dạng âm thanh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38BA67F-B673-C314-25C9-C505F698BF19}"/>
              </a:ext>
            </a:extLst>
          </p:cNvPr>
          <p:cNvCxnSpPr>
            <a:cxnSpLocks/>
            <a:stCxn id="4" idx="2"/>
            <a:endCxn id="80" idx="0"/>
          </p:cNvCxnSpPr>
          <p:nvPr/>
        </p:nvCxnSpPr>
        <p:spPr>
          <a:xfrm>
            <a:off x="9936480" y="4002286"/>
            <a:ext cx="0" cy="494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693B2600-13EF-9684-55D5-F2EC963AFB97}"/>
              </a:ext>
            </a:extLst>
          </p:cNvPr>
          <p:cNvSpPr txBox="1"/>
          <p:nvPr/>
        </p:nvSpPr>
        <p:spPr>
          <a:xfrm>
            <a:off x="9951140" y="400228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354594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E2BB15-81E6-3CB5-6208-9BA2561B03A4}"/>
              </a:ext>
            </a:extLst>
          </p:cNvPr>
          <p:cNvGrpSpPr/>
          <p:nvPr/>
        </p:nvGrpSpPr>
        <p:grpSpPr>
          <a:xfrm>
            <a:off x="607650" y="3679295"/>
            <a:ext cx="1436459" cy="1447800"/>
            <a:chOff x="5261639" y="42349"/>
            <a:chExt cx="1421219" cy="1211352"/>
          </a:xfrm>
        </p:grpSpPr>
        <p:pic>
          <p:nvPicPr>
            <p:cNvPr id="3" name="Graphic 2" descr="User with solid fill">
              <a:extLst>
                <a:ext uri="{FF2B5EF4-FFF2-40B4-BE49-F238E27FC236}">
                  <a16:creationId xmlns:a16="http://schemas.microsoft.com/office/drawing/2014/main" id="{FD767353-39B8-8AA6-8B81-94A0638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33030" y="42349"/>
              <a:ext cx="1264935" cy="100393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FDA823-BB4C-071E-8243-66DEA1FB2565}"/>
                </a:ext>
              </a:extLst>
            </p:cNvPr>
            <p:cNvSpPr txBox="1"/>
            <p:nvPr/>
          </p:nvSpPr>
          <p:spPr>
            <a:xfrm>
              <a:off x="5261639" y="884369"/>
              <a:ext cx="1421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>
                  <a:latin typeface="+mj-lt"/>
                </a:rPr>
                <a:t>Người dùng</a:t>
              </a:r>
              <a:endParaRPr lang="en-US">
                <a:latin typeface="+mj-lt"/>
              </a:endParaRP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FD7EBA-7EE3-D3C7-0711-82AA3FBA6B0A}"/>
              </a:ext>
            </a:extLst>
          </p:cNvPr>
          <p:cNvSpPr/>
          <p:nvPr/>
        </p:nvSpPr>
        <p:spPr>
          <a:xfrm>
            <a:off x="3230880" y="3841973"/>
            <a:ext cx="2453640" cy="8745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diện chat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D447F5-D6BF-EE51-5696-41A2E5E6EB71}"/>
              </a:ext>
            </a:extLst>
          </p:cNvPr>
          <p:cNvSpPr/>
          <p:nvPr/>
        </p:nvSpPr>
        <p:spPr>
          <a:xfrm>
            <a:off x="8602980" y="325356"/>
            <a:ext cx="2453640" cy="8745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 xuất ngữ cảnh của các lần trò chuyện trước đó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23B489-FD20-7463-67B4-AD014E669E4E}"/>
              </a:ext>
            </a:extLst>
          </p:cNvPr>
          <p:cNvSpPr/>
          <p:nvPr/>
        </p:nvSpPr>
        <p:spPr>
          <a:xfrm>
            <a:off x="8602980" y="1608029"/>
            <a:ext cx="2453640" cy="8745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prompt chứa ngữ cảnh cuộc trò chuyện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C54032-82CE-752D-B8D6-9CADCCB908FB}"/>
              </a:ext>
            </a:extLst>
          </p:cNvPr>
          <p:cNvSpPr/>
          <p:nvPr/>
        </p:nvSpPr>
        <p:spPr>
          <a:xfrm>
            <a:off x="8602980" y="2890702"/>
            <a:ext cx="2453640" cy="8745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 prompt và truy vấn của người dùng đến LLM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3600C6-CA1C-B945-8F86-C4B94FE02C48}"/>
              </a:ext>
            </a:extLst>
          </p:cNvPr>
          <p:cNvSpPr/>
          <p:nvPr/>
        </p:nvSpPr>
        <p:spPr>
          <a:xfrm>
            <a:off x="8159393" y="4173375"/>
            <a:ext cx="3352800" cy="8745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truy vấn của người dùng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phản hồi được sinh ra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 ngữ cảnh hội thoại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0EEECC-99C2-04DD-62E8-C175F74DB0B9}"/>
              </a:ext>
            </a:extLst>
          </p:cNvPr>
          <p:cNvSpPr/>
          <p:nvPr/>
        </p:nvSpPr>
        <p:spPr>
          <a:xfrm>
            <a:off x="8602980" y="5454345"/>
            <a:ext cx="2453640" cy="8745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 phản hồi đến người dùng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E5273F-A0E6-E986-3008-5B217D85258A}"/>
              </a:ext>
            </a:extLst>
          </p:cNvPr>
          <p:cNvSpPr/>
          <p:nvPr/>
        </p:nvSpPr>
        <p:spPr>
          <a:xfrm>
            <a:off x="3230880" y="325355"/>
            <a:ext cx="2453640" cy="8745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 truy vấn mới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7485D5-4C3F-A79F-4276-9EF8C79023CD}"/>
              </a:ext>
            </a:extLst>
          </p:cNvPr>
          <p:cNvCxnSpPr>
            <a:endCxn id="5" idx="1"/>
          </p:cNvCxnSpPr>
          <p:nvPr/>
        </p:nvCxnSpPr>
        <p:spPr>
          <a:xfrm>
            <a:off x="1958306" y="4279240"/>
            <a:ext cx="127257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FED575-B5A9-7B4C-6FDC-C975275330FB}"/>
              </a:ext>
            </a:extLst>
          </p:cNvPr>
          <p:cNvCxnSpPr>
            <a:cxnSpLocks/>
            <a:stCxn id="5" idx="0"/>
            <a:endCxn id="11" idx="2"/>
          </p:cNvCxnSpPr>
          <p:nvPr/>
        </p:nvCxnSpPr>
        <p:spPr>
          <a:xfrm flipV="1">
            <a:off x="4457700" y="1199890"/>
            <a:ext cx="0" cy="2642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156F64-FBE6-DABD-5B66-8E4EEF850344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>
            <a:off x="5684520" y="762623"/>
            <a:ext cx="29184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7EDD7E-37A6-0FD6-4EAA-88C4D5F15BC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9829800" y="1199891"/>
            <a:ext cx="0" cy="408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CFBAE7B-86C4-F6D0-74C4-C757A0C87B0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9829800" y="2482564"/>
            <a:ext cx="0" cy="408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C19592-6DBD-5627-3399-1CBA71D5551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9829800" y="3765237"/>
            <a:ext cx="5993" cy="408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D5D322-71CB-1139-DC68-03B731AA888D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9829800" y="5047910"/>
            <a:ext cx="5993" cy="406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F3ED029-88E5-1CB2-94B3-1D32D28E135B}"/>
              </a:ext>
            </a:extLst>
          </p:cNvPr>
          <p:cNvCxnSpPr>
            <a:stCxn id="10" idx="1"/>
            <a:endCxn id="5" idx="2"/>
          </p:cNvCxnSpPr>
          <p:nvPr/>
        </p:nvCxnSpPr>
        <p:spPr>
          <a:xfrm rot="10800000">
            <a:off x="4457700" y="4716509"/>
            <a:ext cx="4145280" cy="11751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5C336BD-7A22-40B6-6B08-12161FB5CCC8}"/>
              </a:ext>
            </a:extLst>
          </p:cNvPr>
          <p:cNvSpPr/>
          <p:nvPr/>
        </p:nvSpPr>
        <p:spPr>
          <a:xfrm>
            <a:off x="6507482" y="182880"/>
            <a:ext cx="5349232" cy="634976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6547D6-03EF-8A55-3773-4540FBC160C1}"/>
              </a:ext>
            </a:extLst>
          </p:cNvPr>
          <p:cNvSpPr txBox="1"/>
          <p:nvPr/>
        </p:nvSpPr>
        <p:spPr>
          <a:xfrm>
            <a:off x="6979920" y="1608029"/>
            <a:ext cx="10374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</a:t>
            </a:r>
          </a:p>
        </p:txBody>
      </p:sp>
    </p:spTree>
    <p:extLst>
      <p:ext uri="{BB962C8B-B14F-4D97-AF65-F5344CB8AC3E}">
        <p14:creationId xmlns:p14="http://schemas.microsoft.com/office/powerpoint/2010/main" val="42122018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1F9A03D-A133-BE5E-905F-4926FA7AD192}"/>
              </a:ext>
            </a:extLst>
          </p:cNvPr>
          <p:cNvSpPr/>
          <p:nvPr/>
        </p:nvSpPr>
        <p:spPr>
          <a:xfrm>
            <a:off x="5173980" y="472440"/>
            <a:ext cx="1844040" cy="777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5711EC-4701-1DA9-E3E0-B62D9A39BB28}"/>
              </a:ext>
            </a:extLst>
          </p:cNvPr>
          <p:cNvSpPr/>
          <p:nvPr/>
        </p:nvSpPr>
        <p:spPr>
          <a:xfrm>
            <a:off x="4511040" y="1973580"/>
            <a:ext cx="3169920" cy="77724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gửi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truy vấn mới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4077CE-F070-6D77-B4F3-60A9F598BB3B}"/>
              </a:ext>
            </a:extLst>
          </p:cNvPr>
          <p:cNvSpPr/>
          <p:nvPr/>
        </p:nvSpPr>
        <p:spPr>
          <a:xfrm>
            <a:off x="410900" y="2750820"/>
            <a:ext cx="3169920" cy="78486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 xuất ngữ cảnh của các lần trò chuyện trước đó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F1F850-8F2C-A55E-BBAE-914DC0AF2379}"/>
              </a:ext>
            </a:extLst>
          </p:cNvPr>
          <p:cNvSpPr/>
          <p:nvPr/>
        </p:nvSpPr>
        <p:spPr>
          <a:xfrm>
            <a:off x="4511040" y="3535680"/>
            <a:ext cx="3169920" cy="77724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prompt về 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ngữ cảnh cuộc trò chuyện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354A01-C876-E99B-D6F5-5D69947C24FE}"/>
              </a:ext>
            </a:extLst>
          </p:cNvPr>
          <p:cNvSpPr/>
          <p:nvPr/>
        </p:nvSpPr>
        <p:spPr>
          <a:xfrm>
            <a:off x="4511040" y="5280660"/>
            <a:ext cx="3169920" cy="77724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 prompt ngữ cảnh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 trò chuyện đến LLM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BC939C-6FE9-DD51-9094-30F144640FBD}"/>
              </a:ext>
            </a:extLst>
          </p:cNvPr>
          <p:cNvSpPr/>
          <p:nvPr/>
        </p:nvSpPr>
        <p:spPr>
          <a:xfrm>
            <a:off x="8786440" y="5280660"/>
            <a:ext cx="3169920" cy="77724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sinh ra phản hồi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D2E3A1-DF88-BF38-01CF-B70EEA7AF35B}"/>
              </a:ext>
            </a:extLst>
          </p:cNvPr>
          <p:cNvSpPr/>
          <p:nvPr/>
        </p:nvSpPr>
        <p:spPr>
          <a:xfrm>
            <a:off x="8786440" y="3352800"/>
            <a:ext cx="3169920" cy="11430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truy vấn và phản hồi để truy xuất cho các lần trò chuyện tiếp theo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9CC6A9-E2DD-CF25-1752-6F130EB97E7A}"/>
              </a:ext>
            </a:extLst>
          </p:cNvPr>
          <p:cNvSpPr/>
          <p:nvPr/>
        </p:nvSpPr>
        <p:spPr>
          <a:xfrm>
            <a:off x="9449380" y="1973580"/>
            <a:ext cx="1844040" cy="777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9DB297-C82C-04D4-BAF8-DC619830AA73}"/>
              </a:ext>
            </a:extLst>
          </p:cNvPr>
          <p:cNvCxnSpPr>
            <a:stCxn id="2" idx="4"/>
            <a:endCxn id="3" idx="0"/>
          </p:cNvCxnSpPr>
          <p:nvPr/>
        </p:nvCxnSpPr>
        <p:spPr>
          <a:xfrm>
            <a:off x="6096000" y="1249680"/>
            <a:ext cx="0" cy="723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CCD291-3C38-6ECF-75B6-AD1C2AB293B4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096000" y="2750820"/>
            <a:ext cx="0" cy="784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D0300A-B310-AAD8-9C0E-97CEC24EA085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96000" y="4312920"/>
            <a:ext cx="0" cy="967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CECBBB-2BE4-B906-E80B-E9D5E321BD4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680960" y="5669280"/>
            <a:ext cx="11054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38B7A0-4D13-47DD-9D00-645303EF7845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10371400" y="4495800"/>
            <a:ext cx="0" cy="784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52821B-65BE-2306-1A7A-3463BAB5D4AA}"/>
              </a:ext>
            </a:extLst>
          </p:cNvPr>
          <p:cNvCxnSpPr>
            <a:stCxn id="8" idx="0"/>
            <a:endCxn id="9" idx="4"/>
          </p:cNvCxnSpPr>
          <p:nvPr/>
        </p:nvCxnSpPr>
        <p:spPr>
          <a:xfrm flipV="1">
            <a:off x="10371400" y="2750820"/>
            <a:ext cx="0" cy="601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A6C5239-DAD3-33C8-2206-5E10C678670C}"/>
              </a:ext>
            </a:extLst>
          </p:cNvPr>
          <p:cNvCxnSpPr>
            <a:stCxn id="3" idx="1"/>
            <a:endCxn id="4" idx="0"/>
          </p:cNvCxnSpPr>
          <p:nvPr/>
        </p:nvCxnSpPr>
        <p:spPr>
          <a:xfrm rot="10800000" flipV="1">
            <a:off x="1995860" y="2362200"/>
            <a:ext cx="2515180" cy="3886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C2F3936-BEF5-5387-57F2-6A28A1653566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3059140" y="2472400"/>
            <a:ext cx="388620" cy="25151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9D756F0-2651-6D4F-6EA0-C3F6B5358A8C}"/>
              </a:ext>
            </a:extLst>
          </p:cNvPr>
          <p:cNvSpPr txBox="1"/>
          <p:nvPr/>
        </p:nvSpPr>
        <p:spPr>
          <a:xfrm>
            <a:off x="6096000" y="124967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DE8007-3427-2872-00D0-21B9F00D6BC9}"/>
              </a:ext>
            </a:extLst>
          </p:cNvPr>
          <p:cNvSpPr txBox="1"/>
          <p:nvPr/>
        </p:nvSpPr>
        <p:spPr>
          <a:xfrm>
            <a:off x="6114260" y="275082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F32708-7FE3-B75E-4064-D84034B58EF8}"/>
              </a:ext>
            </a:extLst>
          </p:cNvPr>
          <p:cNvSpPr txBox="1"/>
          <p:nvPr/>
        </p:nvSpPr>
        <p:spPr>
          <a:xfrm>
            <a:off x="3932035" y="236219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738B39-F32C-9923-B8A0-5ECDC80236DB}"/>
              </a:ext>
            </a:extLst>
          </p:cNvPr>
          <p:cNvSpPr txBox="1"/>
          <p:nvPr/>
        </p:nvSpPr>
        <p:spPr>
          <a:xfrm>
            <a:off x="1995860" y="3547347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(2B.1)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C81094-E0F8-BD3C-09ED-86B6960531C6}"/>
              </a:ext>
            </a:extLst>
          </p:cNvPr>
          <p:cNvSpPr txBox="1"/>
          <p:nvPr/>
        </p:nvSpPr>
        <p:spPr>
          <a:xfrm>
            <a:off x="6114260" y="431113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1F22D1-043A-2EF9-A1FF-C15D0ADB770D}"/>
              </a:ext>
            </a:extLst>
          </p:cNvPr>
          <p:cNvSpPr txBox="1"/>
          <p:nvPr/>
        </p:nvSpPr>
        <p:spPr>
          <a:xfrm>
            <a:off x="7680960" y="566928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0490C2-1BBA-478B-3D53-97E054C432B6}"/>
              </a:ext>
            </a:extLst>
          </p:cNvPr>
          <p:cNvSpPr txBox="1"/>
          <p:nvPr/>
        </p:nvSpPr>
        <p:spPr>
          <a:xfrm>
            <a:off x="10371400" y="491311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B727BD-535D-ECDB-BF89-0CB6E2362669}"/>
              </a:ext>
            </a:extLst>
          </p:cNvPr>
          <p:cNvSpPr txBox="1"/>
          <p:nvPr/>
        </p:nvSpPr>
        <p:spPr>
          <a:xfrm>
            <a:off x="10371400" y="298436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484954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1B2C4F9-1C0F-1CF9-481D-E75171FFEB29}"/>
              </a:ext>
            </a:extLst>
          </p:cNvPr>
          <p:cNvSpPr/>
          <p:nvPr/>
        </p:nvSpPr>
        <p:spPr>
          <a:xfrm>
            <a:off x="1327694" y="1014002"/>
            <a:ext cx="1844040" cy="777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9423A58-5224-8B0E-F5F4-8BEB42C3EAEF}"/>
              </a:ext>
            </a:extLst>
          </p:cNvPr>
          <p:cNvSpPr/>
          <p:nvPr/>
        </p:nvSpPr>
        <p:spPr>
          <a:xfrm>
            <a:off x="2794000" y="2450434"/>
            <a:ext cx="3302000" cy="924618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thực hiện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hành vi đánh giá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133B71-7D08-E4AD-3AB4-C3CF9EF83B1A}"/>
              </a:ext>
            </a:extLst>
          </p:cNvPr>
          <p:cNvSpPr/>
          <p:nvPr/>
        </p:nvSpPr>
        <p:spPr>
          <a:xfrm>
            <a:off x="6096000" y="3710882"/>
            <a:ext cx="3302000" cy="924618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cập nhật hành vi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 người dùng vào CSDL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1E78B99-0B43-8090-58DE-2DC7F0DAF15C}"/>
              </a:ext>
            </a:extLst>
          </p:cNvPr>
          <p:cNvSpPr/>
          <p:nvPr/>
        </p:nvSpPr>
        <p:spPr>
          <a:xfrm>
            <a:off x="9042400" y="4969096"/>
            <a:ext cx="1844040" cy="777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0D8F2E-A5EA-2C12-2109-C38A249237E7}"/>
              </a:ext>
            </a:extLst>
          </p:cNvPr>
          <p:cNvSpPr txBox="1"/>
          <p:nvPr/>
        </p:nvSpPr>
        <p:spPr>
          <a:xfrm>
            <a:off x="3171734" y="1002512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41460D-3078-ACE9-FC0C-77F71E274E2D}"/>
              </a:ext>
            </a:extLst>
          </p:cNvPr>
          <p:cNvSpPr txBox="1"/>
          <p:nvPr/>
        </p:nvSpPr>
        <p:spPr>
          <a:xfrm>
            <a:off x="6096000" y="2512633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F642F4-A632-F076-ECA9-894516DA9C81}"/>
              </a:ext>
            </a:extLst>
          </p:cNvPr>
          <p:cNvSpPr txBox="1"/>
          <p:nvPr/>
        </p:nvSpPr>
        <p:spPr>
          <a:xfrm>
            <a:off x="9398000" y="377308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4D02D3B-11BE-D88E-3232-2AF9C20A721B}"/>
              </a:ext>
            </a:extLst>
          </p:cNvPr>
          <p:cNvCxnSpPr>
            <a:cxnSpLocks/>
            <a:stCxn id="2" idx="6"/>
            <a:endCxn id="3" idx="0"/>
          </p:cNvCxnSpPr>
          <p:nvPr/>
        </p:nvCxnSpPr>
        <p:spPr>
          <a:xfrm>
            <a:off x="3171734" y="1402622"/>
            <a:ext cx="1273266" cy="10478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BC04417-11EE-9F9F-5B12-FA8212176C2A}"/>
              </a:ext>
            </a:extLst>
          </p:cNvPr>
          <p:cNvCxnSpPr>
            <a:cxnSpLocks/>
            <a:stCxn id="3" idx="3"/>
            <a:endCxn id="4" idx="0"/>
          </p:cNvCxnSpPr>
          <p:nvPr/>
        </p:nvCxnSpPr>
        <p:spPr>
          <a:xfrm>
            <a:off x="6096000" y="2912743"/>
            <a:ext cx="1651000" cy="7981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DF04D07-B273-B93A-F8F4-5475F0D810F2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9398000" y="4173191"/>
            <a:ext cx="566420" cy="7959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86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ADF9A4-DE0B-8F8B-4DF4-46018C8FE330}"/>
              </a:ext>
            </a:extLst>
          </p:cNvPr>
          <p:cNvSpPr/>
          <p:nvPr/>
        </p:nvSpPr>
        <p:spPr>
          <a:xfrm>
            <a:off x="4957151" y="1317577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 trò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C44113-62FE-B628-2505-D75FDEFC7AE5}"/>
              </a:ext>
            </a:extLst>
          </p:cNvPr>
          <p:cNvSpPr/>
          <p:nvPr/>
        </p:nvSpPr>
        <p:spPr>
          <a:xfrm>
            <a:off x="4957151" y="1941045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Bối cảnh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F6F156-0943-2C06-9194-54696915F448}"/>
              </a:ext>
            </a:extLst>
          </p:cNvPr>
          <p:cNvSpPr/>
          <p:nvPr/>
        </p:nvSpPr>
        <p:spPr>
          <a:xfrm>
            <a:off x="4957151" y="2564513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 vụ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E5A87F-B9A7-AA4E-457F-FA124B5068AB}"/>
              </a:ext>
            </a:extLst>
          </p:cNvPr>
          <p:cNvSpPr/>
          <p:nvPr/>
        </p:nvSpPr>
        <p:spPr>
          <a:xfrm>
            <a:off x="4957151" y="3811341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CCF113-E741-D820-34D8-31288E48EA5F}"/>
              </a:ext>
            </a:extLst>
          </p:cNvPr>
          <p:cNvSpPr/>
          <p:nvPr/>
        </p:nvSpPr>
        <p:spPr>
          <a:xfrm>
            <a:off x="4957151" y="4434809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FFF11C-3CBC-D614-936E-224461FB2ACF}"/>
              </a:ext>
            </a:extLst>
          </p:cNvPr>
          <p:cNvSpPr/>
          <p:nvPr/>
        </p:nvSpPr>
        <p:spPr>
          <a:xfrm>
            <a:off x="4957151" y="5058277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AE8872-DB4B-0CAC-7DB2-0F81067540C1}"/>
              </a:ext>
            </a:extLst>
          </p:cNvPr>
          <p:cNvSpPr/>
          <p:nvPr/>
        </p:nvSpPr>
        <p:spPr>
          <a:xfrm>
            <a:off x="4957151" y="5681745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A42C2-BBE0-F9E1-48F5-620BDEE672F5}"/>
              </a:ext>
            </a:extLst>
          </p:cNvPr>
          <p:cNvSpPr/>
          <p:nvPr/>
        </p:nvSpPr>
        <p:spPr>
          <a:xfrm>
            <a:off x="3535675" y="536181"/>
            <a:ext cx="5120640" cy="600179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031F3D-9150-2123-189F-AF63D3578697}"/>
              </a:ext>
            </a:extLst>
          </p:cNvPr>
          <p:cNvSpPr/>
          <p:nvPr/>
        </p:nvSpPr>
        <p:spPr>
          <a:xfrm>
            <a:off x="4574766" y="145469"/>
            <a:ext cx="3042458" cy="781396"/>
          </a:xfrm>
          <a:prstGeom prst="round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cho tác vụ</a:t>
            </a:r>
          </a:p>
          <a:p>
            <a:pPr algn="ctr"/>
            <a:r>
              <a:rPr lang="en-US" sz="200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 xuất thông tin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B039DE-91EA-0092-CC10-04B3DF401AD0}"/>
              </a:ext>
            </a:extLst>
          </p:cNvPr>
          <p:cNvSpPr/>
          <p:nvPr/>
        </p:nvSpPr>
        <p:spPr>
          <a:xfrm>
            <a:off x="4957151" y="3187927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 ra có cấu trúc</a:t>
            </a:r>
          </a:p>
        </p:txBody>
      </p:sp>
    </p:spTree>
    <p:extLst>
      <p:ext uri="{BB962C8B-B14F-4D97-AF65-F5344CB8AC3E}">
        <p14:creationId xmlns:p14="http://schemas.microsoft.com/office/powerpoint/2010/main" val="2705721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48EB605-C214-F543-6B11-029AC50FDEBD}"/>
              </a:ext>
            </a:extLst>
          </p:cNvPr>
          <p:cNvSpPr/>
          <p:nvPr/>
        </p:nvSpPr>
        <p:spPr>
          <a:xfrm>
            <a:off x="4957153" y="1404850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 trò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BC9C70-A4ED-0B89-64FD-D4C0E2B71AA4}"/>
              </a:ext>
            </a:extLst>
          </p:cNvPr>
          <p:cNvSpPr/>
          <p:nvPr/>
        </p:nvSpPr>
        <p:spPr>
          <a:xfrm>
            <a:off x="4957153" y="2115592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Bối cảnh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B99AF4-2C14-05D1-265A-F78135C3126E}"/>
              </a:ext>
            </a:extLst>
          </p:cNvPr>
          <p:cNvSpPr/>
          <p:nvPr/>
        </p:nvSpPr>
        <p:spPr>
          <a:xfrm>
            <a:off x="4957153" y="2826334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 hỏi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D95F07-863A-45BC-041C-86202B8CE299}"/>
              </a:ext>
            </a:extLst>
          </p:cNvPr>
          <p:cNvSpPr/>
          <p:nvPr/>
        </p:nvSpPr>
        <p:spPr>
          <a:xfrm>
            <a:off x="4957152" y="3537076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B5ECB3-AC0A-79C1-04C3-54D8536F115C}"/>
              </a:ext>
            </a:extLst>
          </p:cNvPr>
          <p:cNvSpPr/>
          <p:nvPr/>
        </p:nvSpPr>
        <p:spPr>
          <a:xfrm>
            <a:off x="4957152" y="4247818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8C18FB-766B-5769-7A4B-4DE68340C0A0}"/>
              </a:ext>
            </a:extLst>
          </p:cNvPr>
          <p:cNvSpPr/>
          <p:nvPr/>
        </p:nvSpPr>
        <p:spPr>
          <a:xfrm>
            <a:off x="4957152" y="4958560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667497-E73D-C9B7-735A-15EA3A038FC9}"/>
              </a:ext>
            </a:extLst>
          </p:cNvPr>
          <p:cNvSpPr/>
          <p:nvPr/>
        </p:nvSpPr>
        <p:spPr>
          <a:xfrm>
            <a:off x="4957152" y="5669302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359D66-3D89-0106-62D7-169807288848}"/>
              </a:ext>
            </a:extLst>
          </p:cNvPr>
          <p:cNvSpPr/>
          <p:nvPr/>
        </p:nvSpPr>
        <p:spPr>
          <a:xfrm>
            <a:off x="3535675" y="536181"/>
            <a:ext cx="5120640" cy="600179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358D49-BEFB-0F3C-74B3-68D07EFC7EF5}"/>
              </a:ext>
            </a:extLst>
          </p:cNvPr>
          <p:cNvSpPr/>
          <p:nvPr/>
        </p:nvSpPr>
        <p:spPr>
          <a:xfrm>
            <a:off x="4574766" y="145469"/>
            <a:ext cx="3042458" cy="781396"/>
          </a:xfrm>
          <a:prstGeom prst="round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cho chức năng</a:t>
            </a:r>
          </a:p>
          <a:p>
            <a:pPr algn="ctr"/>
            <a:r>
              <a:rPr lang="en-US" sz="200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 chuyện với người dùng</a:t>
            </a:r>
          </a:p>
        </p:txBody>
      </p:sp>
    </p:spTree>
    <p:extLst>
      <p:ext uri="{BB962C8B-B14F-4D97-AF65-F5344CB8AC3E}">
        <p14:creationId xmlns:p14="http://schemas.microsoft.com/office/powerpoint/2010/main" val="2964644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2F63C9-07C9-28F7-CACF-8CC92E29BBF1}"/>
              </a:ext>
            </a:extLst>
          </p:cNvPr>
          <p:cNvSpPr/>
          <p:nvPr/>
        </p:nvSpPr>
        <p:spPr>
          <a:xfrm>
            <a:off x="4957151" y="1317577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 trò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748CE9-C615-3005-D1A7-04AD7FAC795C}"/>
              </a:ext>
            </a:extLst>
          </p:cNvPr>
          <p:cNvSpPr/>
          <p:nvPr/>
        </p:nvSpPr>
        <p:spPr>
          <a:xfrm>
            <a:off x="4957151" y="1941045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Bối cảnh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3FB17A-2C6D-D419-B862-CAC1F16E1338}"/>
              </a:ext>
            </a:extLst>
          </p:cNvPr>
          <p:cNvSpPr/>
          <p:nvPr/>
        </p:nvSpPr>
        <p:spPr>
          <a:xfrm>
            <a:off x="4957151" y="2564513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 hỏi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A1AEB5-777B-E184-7C3D-ED57EC360533}"/>
              </a:ext>
            </a:extLst>
          </p:cNvPr>
          <p:cNvSpPr/>
          <p:nvPr/>
        </p:nvSpPr>
        <p:spPr>
          <a:xfrm>
            <a:off x="4957151" y="3811341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0C7C49-EAAD-F3F6-4482-427D3CDA991E}"/>
              </a:ext>
            </a:extLst>
          </p:cNvPr>
          <p:cNvSpPr/>
          <p:nvPr/>
        </p:nvSpPr>
        <p:spPr>
          <a:xfrm>
            <a:off x="4957151" y="4434809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D9D5E7-CE64-04CF-C0A7-0AB82FF47521}"/>
              </a:ext>
            </a:extLst>
          </p:cNvPr>
          <p:cNvSpPr/>
          <p:nvPr/>
        </p:nvSpPr>
        <p:spPr>
          <a:xfrm>
            <a:off x="4957151" y="5058277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B434B3-C344-31F7-495F-0AA705CD2676}"/>
              </a:ext>
            </a:extLst>
          </p:cNvPr>
          <p:cNvSpPr/>
          <p:nvPr/>
        </p:nvSpPr>
        <p:spPr>
          <a:xfrm>
            <a:off x="4957151" y="5681745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00047B-C85B-E86D-B48E-E40693192A88}"/>
              </a:ext>
            </a:extLst>
          </p:cNvPr>
          <p:cNvSpPr/>
          <p:nvPr/>
        </p:nvSpPr>
        <p:spPr>
          <a:xfrm>
            <a:off x="3535675" y="536181"/>
            <a:ext cx="5120640" cy="600179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60C8B5-26F6-45A9-6F8F-27DB4488B198}"/>
              </a:ext>
            </a:extLst>
          </p:cNvPr>
          <p:cNvSpPr/>
          <p:nvPr/>
        </p:nvSpPr>
        <p:spPr>
          <a:xfrm>
            <a:off x="4574766" y="145469"/>
            <a:ext cx="3042458" cy="781396"/>
          </a:xfrm>
          <a:prstGeom prst="round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cho tác vụ</a:t>
            </a:r>
          </a:p>
          <a:p>
            <a:pPr algn="ctr"/>
            <a:r>
              <a:rPr lang="en-US" sz="200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 xuất thông tin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D89389-FC1C-90EA-1BC5-0AE4888836C0}"/>
              </a:ext>
            </a:extLst>
          </p:cNvPr>
          <p:cNvSpPr/>
          <p:nvPr/>
        </p:nvSpPr>
        <p:spPr>
          <a:xfrm>
            <a:off x="4957151" y="3187927"/>
            <a:ext cx="2277687" cy="46551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 ra có cấu trúc</a:t>
            </a:r>
          </a:p>
        </p:txBody>
      </p:sp>
    </p:spTree>
    <p:extLst>
      <p:ext uri="{BB962C8B-B14F-4D97-AF65-F5344CB8AC3E}">
        <p14:creationId xmlns:p14="http://schemas.microsoft.com/office/powerpoint/2010/main" val="3447625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21577-64B6-E0C7-06AB-59F7A4584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75" y="1"/>
            <a:ext cx="11048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3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2056</Words>
  <Application>Microsoft Office PowerPoint</Application>
  <PresentationFormat>Widescreen</PresentationFormat>
  <Paragraphs>498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Úc Ngô Văn</dc:creator>
  <cp:lastModifiedBy>trung lee vieet</cp:lastModifiedBy>
  <cp:revision>573</cp:revision>
  <dcterms:created xsi:type="dcterms:W3CDTF">2025-05-23T12:28:00Z</dcterms:created>
  <dcterms:modified xsi:type="dcterms:W3CDTF">2025-05-30T09:58:15Z</dcterms:modified>
</cp:coreProperties>
</file>